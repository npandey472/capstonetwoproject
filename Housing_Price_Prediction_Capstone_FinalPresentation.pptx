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4" d="100"/>
          <a:sy n="74" d="100"/>
        </p:scale>
        <p:origin x="972" y="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npandey472/CapstoneTwoProject" TargetMode="Externa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npandey472/CapstoneTwoProject" TargetMode="External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9BBFA5-8967-4C42-B618-8AE6EE419B62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E963BA5-8604-452C-9DBD-926A9A9F7E2C}">
      <dgm:prSet/>
      <dgm:spPr/>
      <dgm:t>
        <a:bodyPr/>
        <a:lstStyle/>
        <a:p>
          <a:r>
            <a:rPr lang="en-US" b="1"/>
            <a:t>Student: </a:t>
          </a:r>
          <a:r>
            <a:rPr lang="en-US"/>
            <a:t>Neelam Pandey</a:t>
          </a:r>
        </a:p>
      </dgm:t>
    </dgm:pt>
    <dgm:pt modelId="{11DF7838-E246-4C3B-8278-0C03C610A69C}" type="parTrans" cxnId="{3074344F-415B-4E9A-B5FA-53EF1B2F1B86}">
      <dgm:prSet/>
      <dgm:spPr/>
      <dgm:t>
        <a:bodyPr/>
        <a:lstStyle/>
        <a:p>
          <a:endParaRPr lang="en-US"/>
        </a:p>
      </dgm:t>
    </dgm:pt>
    <dgm:pt modelId="{E2264CE2-EEB1-43AD-8295-2308D7BFC273}" type="sibTrans" cxnId="{3074344F-415B-4E9A-B5FA-53EF1B2F1B86}">
      <dgm:prSet/>
      <dgm:spPr/>
      <dgm:t>
        <a:bodyPr/>
        <a:lstStyle/>
        <a:p>
          <a:endParaRPr lang="en-US"/>
        </a:p>
      </dgm:t>
    </dgm:pt>
    <dgm:pt modelId="{078D3F7B-21BA-4D6A-A0EF-DF3D4D782502}">
      <dgm:prSet/>
      <dgm:spPr/>
      <dgm:t>
        <a:bodyPr/>
        <a:lstStyle/>
        <a:p>
          <a:r>
            <a:rPr lang="en-US" b="1"/>
            <a:t>Project: </a:t>
          </a:r>
          <a:r>
            <a:rPr lang="en-US"/>
            <a:t>Capstone Two – Data Science</a:t>
          </a:r>
        </a:p>
      </dgm:t>
    </dgm:pt>
    <dgm:pt modelId="{85626C5C-F690-484D-BC45-0AD2514CB79A}" type="parTrans" cxnId="{B68ECA5D-4675-493F-9927-CF456D5F2479}">
      <dgm:prSet/>
      <dgm:spPr/>
      <dgm:t>
        <a:bodyPr/>
        <a:lstStyle/>
        <a:p>
          <a:endParaRPr lang="en-US"/>
        </a:p>
      </dgm:t>
    </dgm:pt>
    <dgm:pt modelId="{95A60B3E-4F18-4E8C-8620-3B48B3637CB8}" type="sibTrans" cxnId="{B68ECA5D-4675-493F-9927-CF456D5F2479}">
      <dgm:prSet/>
      <dgm:spPr/>
      <dgm:t>
        <a:bodyPr/>
        <a:lstStyle/>
        <a:p>
          <a:endParaRPr lang="en-US"/>
        </a:p>
      </dgm:t>
    </dgm:pt>
    <dgm:pt modelId="{1D221069-A631-4056-9901-BBD334826419}">
      <dgm:prSet/>
      <dgm:spPr/>
      <dgm:t>
        <a:bodyPr/>
        <a:lstStyle/>
        <a:p>
          <a:r>
            <a:rPr lang="en-US" b="1"/>
            <a:t>Mentor: </a:t>
          </a:r>
          <a:r>
            <a:rPr lang="en-US"/>
            <a:t>Himanshu Agarwal</a:t>
          </a:r>
        </a:p>
      </dgm:t>
    </dgm:pt>
    <dgm:pt modelId="{ADAA6CF8-C971-453A-AF09-30366DCCA748}" type="parTrans" cxnId="{80F244AC-6C7B-4790-96D4-482DEE7A1C34}">
      <dgm:prSet/>
      <dgm:spPr/>
      <dgm:t>
        <a:bodyPr/>
        <a:lstStyle/>
        <a:p>
          <a:endParaRPr lang="en-US"/>
        </a:p>
      </dgm:t>
    </dgm:pt>
    <dgm:pt modelId="{0C44AB8D-B699-4A69-A3B9-A8BEEC8E2B85}" type="sibTrans" cxnId="{80F244AC-6C7B-4790-96D4-482DEE7A1C34}">
      <dgm:prSet/>
      <dgm:spPr/>
      <dgm:t>
        <a:bodyPr/>
        <a:lstStyle/>
        <a:p>
          <a:endParaRPr lang="en-US"/>
        </a:p>
      </dgm:t>
    </dgm:pt>
    <dgm:pt modelId="{ACF63B23-BC15-48BE-9E91-FA88A1B793F0}">
      <dgm:prSet/>
      <dgm:spPr/>
      <dgm:t>
        <a:bodyPr/>
        <a:lstStyle/>
        <a:p>
          <a:r>
            <a:rPr lang="en-US" b="1"/>
            <a:t>Date: </a:t>
          </a:r>
          <a:r>
            <a:rPr lang="en-US"/>
            <a:t>January 2026</a:t>
          </a:r>
        </a:p>
      </dgm:t>
    </dgm:pt>
    <dgm:pt modelId="{EDEFB815-258E-4A22-93DD-5B525B3352D4}" type="parTrans" cxnId="{C9419B97-9FEF-4E2B-91B6-4E19DAAC5A17}">
      <dgm:prSet/>
      <dgm:spPr/>
      <dgm:t>
        <a:bodyPr/>
        <a:lstStyle/>
        <a:p>
          <a:endParaRPr lang="en-US"/>
        </a:p>
      </dgm:t>
    </dgm:pt>
    <dgm:pt modelId="{E3DF5BB0-093F-4E37-8731-79DDC33368A5}" type="sibTrans" cxnId="{C9419B97-9FEF-4E2B-91B6-4E19DAAC5A17}">
      <dgm:prSet/>
      <dgm:spPr/>
      <dgm:t>
        <a:bodyPr/>
        <a:lstStyle/>
        <a:p>
          <a:endParaRPr lang="en-US"/>
        </a:p>
      </dgm:t>
    </dgm:pt>
    <dgm:pt modelId="{6059EBB7-7330-44E6-B3F8-BD593C12677A}">
      <dgm:prSet/>
      <dgm:spPr/>
      <dgm:t>
        <a:bodyPr/>
        <a:lstStyle/>
        <a:p>
          <a:r>
            <a:rPr lang="en-US" b="1"/>
            <a:t>GitHub: </a:t>
          </a:r>
          <a:r>
            <a:rPr lang="en-US">
              <a:hlinkClick xmlns:r="http://schemas.openxmlformats.org/officeDocument/2006/relationships" r:id="rId1"/>
            </a:rPr>
            <a:t>https://github.com/npandey472/CapstoneTwoProject</a:t>
          </a:r>
          <a:endParaRPr lang="en-US"/>
        </a:p>
      </dgm:t>
    </dgm:pt>
    <dgm:pt modelId="{7E72185E-F5FC-401F-B697-F13B3AAC8F13}" type="parTrans" cxnId="{426C470D-EB6B-44BD-BF9D-A4652C159B9D}">
      <dgm:prSet/>
      <dgm:spPr/>
      <dgm:t>
        <a:bodyPr/>
        <a:lstStyle/>
        <a:p>
          <a:endParaRPr lang="en-US"/>
        </a:p>
      </dgm:t>
    </dgm:pt>
    <dgm:pt modelId="{AE41138B-6EDD-4879-A88C-4CD0033FF7BF}" type="sibTrans" cxnId="{426C470D-EB6B-44BD-BF9D-A4652C159B9D}">
      <dgm:prSet/>
      <dgm:spPr/>
      <dgm:t>
        <a:bodyPr/>
        <a:lstStyle/>
        <a:p>
          <a:endParaRPr lang="en-US"/>
        </a:p>
      </dgm:t>
    </dgm:pt>
    <dgm:pt modelId="{7C9D6452-3DA7-4C6E-A4B2-E4C9EE582FA8}" type="pres">
      <dgm:prSet presAssocID="{799BBFA5-8967-4C42-B618-8AE6EE419B62}" presName="linear" presStyleCnt="0">
        <dgm:presLayoutVars>
          <dgm:animLvl val="lvl"/>
          <dgm:resizeHandles val="exact"/>
        </dgm:presLayoutVars>
      </dgm:prSet>
      <dgm:spPr/>
    </dgm:pt>
    <dgm:pt modelId="{63B436A4-80EC-4EA6-AE40-393DCB9CE4E2}" type="pres">
      <dgm:prSet presAssocID="{CE963BA5-8604-452C-9DBD-926A9A9F7E2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EC11529-89FD-4126-8975-69AB3EAD18F2}" type="pres">
      <dgm:prSet presAssocID="{E2264CE2-EEB1-43AD-8295-2308D7BFC273}" presName="spacer" presStyleCnt="0"/>
      <dgm:spPr/>
    </dgm:pt>
    <dgm:pt modelId="{159489DF-BFAE-430A-8C52-26F3938EC4D7}" type="pres">
      <dgm:prSet presAssocID="{078D3F7B-21BA-4D6A-A0EF-DF3D4D78250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F91D42B-A77A-4D90-B7C5-D716D755375E}" type="pres">
      <dgm:prSet presAssocID="{95A60B3E-4F18-4E8C-8620-3B48B3637CB8}" presName="spacer" presStyleCnt="0"/>
      <dgm:spPr/>
    </dgm:pt>
    <dgm:pt modelId="{0027ED32-0F5E-4928-8D4D-7DE3B9B4A58D}" type="pres">
      <dgm:prSet presAssocID="{1D221069-A631-4056-9901-BBD33482641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FBDDEDD-1B31-48FA-BC70-073042F4C7D3}" type="pres">
      <dgm:prSet presAssocID="{0C44AB8D-B699-4A69-A3B9-A8BEEC8E2B85}" presName="spacer" presStyleCnt="0"/>
      <dgm:spPr/>
    </dgm:pt>
    <dgm:pt modelId="{4CA26194-F4B0-40B6-8D87-A7583668DC8C}" type="pres">
      <dgm:prSet presAssocID="{ACF63B23-BC15-48BE-9E91-FA88A1B793F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617392F-437D-4A79-AF29-4F6CACCD209F}" type="pres">
      <dgm:prSet presAssocID="{E3DF5BB0-093F-4E37-8731-79DDC33368A5}" presName="spacer" presStyleCnt="0"/>
      <dgm:spPr/>
    </dgm:pt>
    <dgm:pt modelId="{D2410FC0-37B5-49E4-9103-1847F54DF864}" type="pres">
      <dgm:prSet presAssocID="{6059EBB7-7330-44E6-B3F8-BD593C12677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5172909-7A6D-4A12-89AA-BC6B927EF1BA}" type="presOf" srcId="{6059EBB7-7330-44E6-B3F8-BD593C12677A}" destId="{D2410FC0-37B5-49E4-9103-1847F54DF864}" srcOrd="0" destOrd="0" presId="urn:microsoft.com/office/officeart/2005/8/layout/vList2"/>
    <dgm:cxn modelId="{426C470D-EB6B-44BD-BF9D-A4652C159B9D}" srcId="{799BBFA5-8967-4C42-B618-8AE6EE419B62}" destId="{6059EBB7-7330-44E6-B3F8-BD593C12677A}" srcOrd="4" destOrd="0" parTransId="{7E72185E-F5FC-401F-B697-F13B3AAC8F13}" sibTransId="{AE41138B-6EDD-4879-A88C-4CD0033FF7BF}"/>
    <dgm:cxn modelId="{CEF61F1F-F4C4-42E8-8268-8E986E0423D9}" type="presOf" srcId="{078D3F7B-21BA-4D6A-A0EF-DF3D4D782502}" destId="{159489DF-BFAE-430A-8C52-26F3938EC4D7}" srcOrd="0" destOrd="0" presId="urn:microsoft.com/office/officeart/2005/8/layout/vList2"/>
    <dgm:cxn modelId="{29229936-8830-42B8-ABBC-D7F4920DE46D}" type="presOf" srcId="{1D221069-A631-4056-9901-BBD334826419}" destId="{0027ED32-0F5E-4928-8D4D-7DE3B9B4A58D}" srcOrd="0" destOrd="0" presId="urn:microsoft.com/office/officeart/2005/8/layout/vList2"/>
    <dgm:cxn modelId="{B68ECA5D-4675-493F-9927-CF456D5F2479}" srcId="{799BBFA5-8967-4C42-B618-8AE6EE419B62}" destId="{078D3F7B-21BA-4D6A-A0EF-DF3D4D782502}" srcOrd="1" destOrd="0" parTransId="{85626C5C-F690-484D-BC45-0AD2514CB79A}" sibTransId="{95A60B3E-4F18-4E8C-8620-3B48B3637CB8}"/>
    <dgm:cxn modelId="{3074344F-415B-4E9A-B5FA-53EF1B2F1B86}" srcId="{799BBFA5-8967-4C42-B618-8AE6EE419B62}" destId="{CE963BA5-8604-452C-9DBD-926A9A9F7E2C}" srcOrd="0" destOrd="0" parTransId="{11DF7838-E246-4C3B-8278-0C03C610A69C}" sibTransId="{E2264CE2-EEB1-43AD-8295-2308D7BFC273}"/>
    <dgm:cxn modelId="{C2DA0955-504E-43FA-9948-19D7B34E4175}" type="presOf" srcId="{ACF63B23-BC15-48BE-9E91-FA88A1B793F0}" destId="{4CA26194-F4B0-40B6-8D87-A7583668DC8C}" srcOrd="0" destOrd="0" presId="urn:microsoft.com/office/officeart/2005/8/layout/vList2"/>
    <dgm:cxn modelId="{C9419B97-9FEF-4E2B-91B6-4E19DAAC5A17}" srcId="{799BBFA5-8967-4C42-B618-8AE6EE419B62}" destId="{ACF63B23-BC15-48BE-9E91-FA88A1B793F0}" srcOrd="3" destOrd="0" parTransId="{EDEFB815-258E-4A22-93DD-5B525B3352D4}" sibTransId="{E3DF5BB0-093F-4E37-8731-79DDC33368A5}"/>
    <dgm:cxn modelId="{656554A0-4E80-4E18-8F40-9A07A4A5B286}" type="presOf" srcId="{799BBFA5-8967-4C42-B618-8AE6EE419B62}" destId="{7C9D6452-3DA7-4C6E-A4B2-E4C9EE582FA8}" srcOrd="0" destOrd="0" presId="urn:microsoft.com/office/officeart/2005/8/layout/vList2"/>
    <dgm:cxn modelId="{80F244AC-6C7B-4790-96D4-482DEE7A1C34}" srcId="{799BBFA5-8967-4C42-B618-8AE6EE419B62}" destId="{1D221069-A631-4056-9901-BBD334826419}" srcOrd="2" destOrd="0" parTransId="{ADAA6CF8-C971-453A-AF09-30366DCCA748}" sibTransId="{0C44AB8D-B699-4A69-A3B9-A8BEEC8E2B85}"/>
    <dgm:cxn modelId="{50FE2DDF-4104-4444-AADC-E7C61A0BCA48}" type="presOf" srcId="{CE963BA5-8604-452C-9DBD-926A9A9F7E2C}" destId="{63B436A4-80EC-4EA6-AE40-393DCB9CE4E2}" srcOrd="0" destOrd="0" presId="urn:microsoft.com/office/officeart/2005/8/layout/vList2"/>
    <dgm:cxn modelId="{A21D6463-2870-4F1F-A5D8-25AC4BF1A7C1}" type="presParOf" srcId="{7C9D6452-3DA7-4C6E-A4B2-E4C9EE582FA8}" destId="{63B436A4-80EC-4EA6-AE40-393DCB9CE4E2}" srcOrd="0" destOrd="0" presId="urn:microsoft.com/office/officeart/2005/8/layout/vList2"/>
    <dgm:cxn modelId="{01885F42-1D84-424B-82FC-41707231863F}" type="presParOf" srcId="{7C9D6452-3DA7-4C6E-A4B2-E4C9EE582FA8}" destId="{FEC11529-89FD-4126-8975-69AB3EAD18F2}" srcOrd="1" destOrd="0" presId="urn:microsoft.com/office/officeart/2005/8/layout/vList2"/>
    <dgm:cxn modelId="{C86C24E6-7AA8-437F-86E0-574C4F71AC6C}" type="presParOf" srcId="{7C9D6452-3DA7-4C6E-A4B2-E4C9EE582FA8}" destId="{159489DF-BFAE-430A-8C52-26F3938EC4D7}" srcOrd="2" destOrd="0" presId="urn:microsoft.com/office/officeart/2005/8/layout/vList2"/>
    <dgm:cxn modelId="{AD0A99A6-5222-4DB0-9132-B8B708D3C8FA}" type="presParOf" srcId="{7C9D6452-3DA7-4C6E-A4B2-E4C9EE582FA8}" destId="{BF91D42B-A77A-4D90-B7C5-D716D755375E}" srcOrd="3" destOrd="0" presId="urn:microsoft.com/office/officeart/2005/8/layout/vList2"/>
    <dgm:cxn modelId="{ADE52537-41E2-4ED2-864A-A135F0F3DDA1}" type="presParOf" srcId="{7C9D6452-3DA7-4C6E-A4B2-E4C9EE582FA8}" destId="{0027ED32-0F5E-4928-8D4D-7DE3B9B4A58D}" srcOrd="4" destOrd="0" presId="urn:microsoft.com/office/officeart/2005/8/layout/vList2"/>
    <dgm:cxn modelId="{E41304B4-7CBE-4E4D-9AE8-C0B5A0D99B18}" type="presParOf" srcId="{7C9D6452-3DA7-4C6E-A4B2-E4C9EE582FA8}" destId="{BFBDDEDD-1B31-48FA-BC70-073042F4C7D3}" srcOrd="5" destOrd="0" presId="urn:microsoft.com/office/officeart/2005/8/layout/vList2"/>
    <dgm:cxn modelId="{AB925544-93AD-4E6C-94C3-DC60E516538C}" type="presParOf" srcId="{7C9D6452-3DA7-4C6E-A4B2-E4C9EE582FA8}" destId="{4CA26194-F4B0-40B6-8D87-A7583668DC8C}" srcOrd="6" destOrd="0" presId="urn:microsoft.com/office/officeart/2005/8/layout/vList2"/>
    <dgm:cxn modelId="{1459B718-029F-482F-B2E5-16E6C7E6967D}" type="presParOf" srcId="{7C9D6452-3DA7-4C6E-A4B2-E4C9EE582FA8}" destId="{0617392F-437D-4A79-AF29-4F6CACCD209F}" srcOrd="7" destOrd="0" presId="urn:microsoft.com/office/officeart/2005/8/layout/vList2"/>
    <dgm:cxn modelId="{BF8AD15C-3E3A-46AC-8550-9387ABBFA382}" type="presParOf" srcId="{7C9D6452-3DA7-4C6E-A4B2-E4C9EE582FA8}" destId="{D2410FC0-37B5-49E4-9103-1847F54DF86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F459CB-C23B-448C-AAF6-A3D468886515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623CE0A-07FF-4DA1-B5E7-C276BF81956E}">
      <dgm:prSet/>
      <dgm:spPr/>
      <dgm:t>
        <a:bodyPr/>
        <a:lstStyle/>
        <a:p>
          <a:r>
            <a:rPr lang="en-US"/>
            <a:t>• Predict housing prices using ML</a:t>
          </a:r>
        </a:p>
      </dgm:t>
    </dgm:pt>
    <dgm:pt modelId="{1F03457E-73AA-469A-B709-6BAD87D9F192}" type="parTrans" cxnId="{2F4D3680-EB12-485A-BC7E-DDB43D2F2BA9}">
      <dgm:prSet/>
      <dgm:spPr/>
      <dgm:t>
        <a:bodyPr/>
        <a:lstStyle/>
        <a:p>
          <a:endParaRPr lang="en-US"/>
        </a:p>
      </dgm:t>
    </dgm:pt>
    <dgm:pt modelId="{2EFFD198-A1D2-4F89-B520-24ED81D72EE9}" type="sibTrans" cxnId="{2F4D3680-EB12-485A-BC7E-DDB43D2F2BA9}">
      <dgm:prSet/>
      <dgm:spPr/>
      <dgm:t>
        <a:bodyPr/>
        <a:lstStyle/>
        <a:p>
          <a:endParaRPr lang="en-US"/>
        </a:p>
      </dgm:t>
    </dgm:pt>
    <dgm:pt modelId="{652F2313-8C95-446B-A31A-27C3A8ECF6E1}">
      <dgm:prSet/>
      <dgm:spPr/>
      <dgm:t>
        <a:bodyPr/>
        <a:lstStyle/>
        <a:p>
          <a:r>
            <a:rPr lang="en-US"/>
            <a:t>• Complete ML workflow</a:t>
          </a:r>
        </a:p>
      </dgm:t>
    </dgm:pt>
    <dgm:pt modelId="{E924F595-2A4B-4174-AE78-EA470E60B022}" type="parTrans" cxnId="{1B0490B6-62F5-4016-B703-BCCB2B367285}">
      <dgm:prSet/>
      <dgm:spPr/>
      <dgm:t>
        <a:bodyPr/>
        <a:lstStyle/>
        <a:p>
          <a:endParaRPr lang="en-US"/>
        </a:p>
      </dgm:t>
    </dgm:pt>
    <dgm:pt modelId="{5CA28E9B-F823-4BC9-97A6-14896EEE7297}" type="sibTrans" cxnId="{1B0490B6-62F5-4016-B703-BCCB2B367285}">
      <dgm:prSet/>
      <dgm:spPr/>
      <dgm:t>
        <a:bodyPr/>
        <a:lstStyle/>
        <a:p>
          <a:endParaRPr lang="en-US"/>
        </a:p>
      </dgm:t>
    </dgm:pt>
    <dgm:pt modelId="{FE4531F6-C0DF-4511-B3F7-4273238FE55D}">
      <dgm:prSet/>
      <dgm:spPr/>
      <dgm:t>
        <a:bodyPr/>
        <a:lstStyle/>
        <a:p>
          <a:r>
            <a:rPr lang="en-US"/>
            <a:t>• Multiple regression models</a:t>
          </a:r>
        </a:p>
      </dgm:t>
    </dgm:pt>
    <dgm:pt modelId="{5FAB5D2E-8261-4C13-B37D-5BABA66593BE}" type="parTrans" cxnId="{7325D7E6-C6B2-4B03-92BE-8DF9FC2DC8CA}">
      <dgm:prSet/>
      <dgm:spPr/>
      <dgm:t>
        <a:bodyPr/>
        <a:lstStyle/>
        <a:p>
          <a:endParaRPr lang="en-US"/>
        </a:p>
      </dgm:t>
    </dgm:pt>
    <dgm:pt modelId="{95A11798-5E8F-4FC5-AE9E-171240F2ED3D}" type="sibTrans" cxnId="{7325D7E6-C6B2-4B03-92BE-8DF9FC2DC8CA}">
      <dgm:prSet/>
      <dgm:spPr/>
      <dgm:t>
        <a:bodyPr/>
        <a:lstStyle/>
        <a:p>
          <a:endParaRPr lang="en-US"/>
        </a:p>
      </dgm:t>
    </dgm:pt>
    <dgm:pt modelId="{8E0CAC16-E989-4C4D-8AC8-A14A11495557}">
      <dgm:prSet/>
      <dgm:spPr/>
      <dgm:t>
        <a:bodyPr/>
        <a:lstStyle/>
        <a:p>
          <a:r>
            <a:rPr lang="en-US"/>
            <a:t>• Random Forest selected</a:t>
          </a:r>
        </a:p>
      </dgm:t>
    </dgm:pt>
    <dgm:pt modelId="{92327B2D-F609-4A4B-A4D7-DA6DAD63FB1F}" type="parTrans" cxnId="{EE818BB1-329B-4EAD-92F9-2FFE9592EA5F}">
      <dgm:prSet/>
      <dgm:spPr/>
      <dgm:t>
        <a:bodyPr/>
        <a:lstStyle/>
        <a:p>
          <a:endParaRPr lang="en-US"/>
        </a:p>
      </dgm:t>
    </dgm:pt>
    <dgm:pt modelId="{06681AEA-2436-4744-AD95-D328E55357AC}" type="sibTrans" cxnId="{EE818BB1-329B-4EAD-92F9-2FFE9592EA5F}">
      <dgm:prSet/>
      <dgm:spPr/>
      <dgm:t>
        <a:bodyPr/>
        <a:lstStyle/>
        <a:p>
          <a:endParaRPr lang="en-US"/>
        </a:p>
      </dgm:t>
    </dgm:pt>
    <dgm:pt modelId="{15195A5D-D095-4D27-9353-605A3BE75818}" type="pres">
      <dgm:prSet presAssocID="{06F459CB-C23B-448C-AAF6-A3D468886515}" presName="linear" presStyleCnt="0">
        <dgm:presLayoutVars>
          <dgm:dir/>
          <dgm:animLvl val="lvl"/>
          <dgm:resizeHandles val="exact"/>
        </dgm:presLayoutVars>
      </dgm:prSet>
      <dgm:spPr/>
    </dgm:pt>
    <dgm:pt modelId="{A14A1274-4E19-484F-AAD0-DC1A0276CD74}" type="pres">
      <dgm:prSet presAssocID="{D623CE0A-07FF-4DA1-B5E7-C276BF81956E}" presName="parentLin" presStyleCnt="0"/>
      <dgm:spPr/>
    </dgm:pt>
    <dgm:pt modelId="{8833B372-F1CA-480F-8B7D-31A9940F018F}" type="pres">
      <dgm:prSet presAssocID="{D623CE0A-07FF-4DA1-B5E7-C276BF81956E}" presName="parentLeftMargin" presStyleLbl="node1" presStyleIdx="0" presStyleCnt="4"/>
      <dgm:spPr/>
    </dgm:pt>
    <dgm:pt modelId="{3CC9DA80-5934-4074-A589-45F8A6C6245D}" type="pres">
      <dgm:prSet presAssocID="{D623CE0A-07FF-4DA1-B5E7-C276BF81956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C6D3F3C-909E-4E2D-9251-4EA299E688B4}" type="pres">
      <dgm:prSet presAssocID="{D623CE0A-07FF-4DA1-B5E7-C276BF81956E}" presName="negativeSpace" presStyleCnt="0"/>
      <dgm:spPr/>
    </dgm:pt>
    <dgm:pt modelId="{7419BDEA-A313-435A-9099-025F6E89D29C}" type="pres">
      <dgm:prSet presAssocID="{D623CE0A-07FF-4DA1-B5E7-C276BF81956E}" presName="childText" presStyleLbl="conFgAcc1" presStyleIdx="0" presStyleCnt="4">
        <dgm:presLayoutVars>
          <dgm:bulletEnabled val="1"/>
        </dgm:presLayoutVars>
      </dgm:prSet>
      <dgm:spPr/>
    </dgm:pt>
    <dgm:pt modelId="{89674272-BC56-4C34-9BDA-4594BF2778E7}" type="pres">
      <dgm:prSet presAssocID="{2EFFD198-A1D2-4F89-B520-24ED81D72EE9}" presName="spaceBetweenRectangles" presStyleCnt="0"/>
      <dgm:spPr/>
    </dgm:pt>
    <dgm:pt modelId="{12F3FA4B-1B61-43D4-B0C5-8B105EB78D93}" type="pres">
      <dgm:prSet presAssocID="{652F2313-8C95-446B-A31A-27C3A8ECF6E1}" presName="parentLin" presStyleCnt="0"/>
      <dgm:spPr/>
    </dgm:pt>
    <dgm:pt modelId="{17F63613-CB86-4524-BDEE-6B41C4D8FCB9}" type="pres">
      <dgm:prSet presAssocID="{652F2313-8C95-446B-A31A-27C3A8ECF6E1}" presName="parentLeftMargin" presStyleLbl="node1" presStyleIdx="0" presStyleCnt="4"/>
      <dgm:spPr/>
    </dgm:pt>
    <dgm:pt modelId="{4E368DA3-1912-48BF-8CAA-FBF5C1B1C848}" type="pres">
      <dgm:prSet presAssocID="{652F2313-8C95-446B-A31A-27C3A8ECF6E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4917548-4A3A-4040-B119-885F780638D3}" type="pres">
      <dgm:prSet presAssocID="{652F2313-8C95-446B-A31A-27C3A8ECF6E1}" presName="negativeSpace" presStyleCnt="0"/>
      <dgm:spPr/>
    </dgm:pt>
    <dgm:pt modelId="{CA225177-4B3B-49EC-B562-620053BF4251}" type="pres">
      <dgm:prSet presAssocID="{652F2313-8C95-446B-A31A-27C3A8ECF6E1}" presName="childText" presStyleLbl="conFgAcc1" presStyleIdx="1" presStyleCnt="4">
        <dgm:presLayoutVars>
          <dgm:bulletEnabled val="1"/>
        </dgm:presLayoutVars>
      </dgm:prSet>
      <dgm:spPr/>
    </dgm:pt>
    <dgm:pt modelId="{BCB7FE30-9FFC-461C-9836-CE2B4C3AAC14}" type="pres">
      <dgm:prSet presAssocID="{5CA28E9B-F823-4BC9-97A6-14896EEE7297}" presName="spaceBetweenRectangles" presStyleCnt="0"/>
      <dgm:spPr/>
    </dgm:pt>
    <dgm:pt modelId="{87B542E3-BEE9-4F8D-AFF5-C6C791FC84AF}" type="pres">
      <dgm:prSet presAssocID="{FE4531F6-C0DF-4511-B3F7-4273238FE55D}" presName="parentLin" presStyleCnt="0"/>
      <dgm:spPr/>
    </dgm:pt>
    <dgm:pt modelId="{0DEC8E2A-12BC-42BC-93B9-AD6E7827BFCD}" type="pres">
      <dgm:prSet presAssocID="{FE4531F6-C0DF-4511-B3F7-4273238FE55D}" presName="parentLeftMargin" presStyleLbl="node1" presStyleIdx="1" presStyleCnt="4"/>
      <dgm:spPr/>
    </dgm:pt>
    <dgm:pt modelId="{F492B2D2-D0E1-4A25-9B4A-249588570350}" type="pres">
      <dgm:prSet presAssocID="{FE4531F6-C0DF-4511-B3F7-4273238FE55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5F3121A-46F4-4FA7-8AF3-F50828C92DE6}" type="pres">
      <dgm:prSet presAssocID="{FE4531F6-C0DF-4511-B3F7-4273238FE55D}" presName="negativeSpace" presStyleCnt="0"/>
      <dgm:spPr/>
    </dgm:pt>
    <dgm:pt modelId="{C28C5811-3D41-4F63-80D7-DDC4D89B8D5B}" type="pres">
      <dgm:prSet presAssocID="{FE4531F6-C0DF-4511-B3F7-4273238FE55D}" presName="childText" presStyleLbl="conFgAcc1" presStyleIdx="2" presStyleCnt="4">
        <dgm:presLayoutVars>
          <dgm:bulletEnabled val="1"/>
        </dgm:presLayoutVars>
      </dgm:prSet>
      <dgm:spPr/>
    </dgm:pt>
    <dgm:pt modelId="{8C57BD96-62B5-44A9-BB76-B864858EA544}" type="pres">
      <dgm:prSet presAssocID="{95A11798-5E8F-4FC5-AE9E-171240F2ED3D}" presName="spaceBetweenRectangles" presStyleCnt="0"/>
      <dgm:spPr/>
    </dgm:pt>
    <dgm:pt modelId="{2991E7DF-4546-46B2-8C20-0F1EDA59F690}" type="pres">
      <dgm:prSet presAssocID="{8E0CAC16-E989-4C4D-8AC8-A14A11495557}" presName="parentLin" presStyleCnt="0"/>
      <dgm:spPr/>
    </dgm:pt>
    <dgm:pt modelId="{CA325523-CE9C-4B49-B793-4E9D5BB7D088}" type="pres">
      <dgm:prSet presAssocID="{8E0CAC16-E989-4C4D-8AC8-A14A11495557}" presName="parentLeftMargin" presStyleLbl="node1" presStyleIdx="2" presStyleCnt="4"/>
      <dgm:spPr/>
    </dgm:pt>
    <dgm:pt modelId="{406D3B65-D0F5-4600-8D3F-E0CFECFE3CC7}" type="pres">
      <dgm:prSet presAssocID="{8E0CAC16-E989-4C4D-8AC8-A14A11495557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DBA1F54-4CDD-47B3-8360-2AFEE2E0DB9F}" type="pres">
      <dgm:prSet presAssocID="{8E0CAC16-E989-4C4D-8AC8-A14A11495557}" presName="negativeSpace" presStyleCnt="0"/>
      <dgm:spPr/>
    </dgm:pt>
    <dgm:pt modelId="{3AB4A430-880B-44FD-B78F-2D2F146B6D5D}" type="pres">
      <dgm:prSet presAssocID="{8E0CAC16-E989-4C4D-8AC8-A14A11495557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C268B011-2BFA-44CA-A914-00DE78875B6B}" type="presOf" srcId="{06F459CB-C23B-448C-AAF6-A3D468886515}" destId="{15195A5D-D095-4D27-9353-605A3BE75818}" srcOrd="0" destOrd="0" presId="urn:microsoft.com/office/officeart/2005/8/layout/list1"/>
    <dgm:cxn modelId="{F2915246-770E-4167-998D-FE4253BF0196}" type="presOf" srcId="{D623CE0A-07FF-4DA1-B5E7-C276BF81956E}" destId="{3CC9DA80-5934-4074-A589-45F8A6C6245D}" srcOrd="1" destOrd="0" presId="urn:microsoft.com/office/officeart/2005/8/layout/list1"/>
    <dgm:cxn modelId="{2F4D3680-EB12-485A-BC7E-DDB43D2F2BA9}" srcId="{06F459CB-C23B-448C-AAF6-A3D468886515}" destId="{D623CE0A-07FF-4DA1-B5E7-C276BF81956E}" srcOrd="0" destOrd="0" parTransId="{1F03457E-73AA-469A-B709-6BAD87D9F192}" sibTransId="{2EFFD198-A1D2-4F89-B520-24ED81D72EE9}"/>
    <dgm:cxn modelId="{6A227A9B-B70A-4BD7-A057-C011B45F3925}" type="presOf" srcId="{652F2313-8C95-446B-A31A-27C3A8ECF6E1}" destId="{17F63613-CB86-4524-BDEE-6B41C4D8FCB9}" srcOrd="0" destOrd="0" presId="urn:microsoft.com/office/officeart/2005/8/layout/list1"/>
    <dgm:cxn modelId="{7C15249E-1791-4E43-BC4C-CEB9B9B5AD2A}" type="presOf" srcId="{652F2313-8C95-446B-A31A-27C3A8ECF6E1}" destId="{4E368DA3-1912-48BF-8CAA-FBF5C1B1C848}" srcOrd="1" destOrd="0" presId="urn:microsoft.com/office/officeart/2005/8/layout/list1"/>
    <dgm:cxn modelId="{DDC1FBA8-5873-42A4-B1CA-C5F9FEB84FBF}" type="presOf" srcId="{8E0CAC16-E989-4C4D-8AC8-A14A11495557}" destId="{CA325523-CE9C-4B49-B793-4E9D5BB7D088}" srcOrd="0" destOrd="0" presId="urn:microsoft.com/office/officeart/2005/8/layout/list1"/>
    <dgm:cxn modelId="{EE818BB1-329B-4EAD-92F9-2FFE9592EA5F}" srcId="{06F459CB-C23B-448C-AAF6-A3D468886515}" destId="{8E0CAC16-E989-4C4D-8AC8-A14A11495557}" srcOrd="3" destOrd="0" parTransId="{92327B2D-F609-4A4B-A4D7-DA6DAD63FB1F}" sibTransId="{06681AEA-2436-4744-AD95-D328E55357AC}"/>
    <dgm:cxn modelId="{E04F81B4-3586-43DA-AE26-1F65F029FDB0}" type="presOf" srcId="{D623CE0A-07FF-4DA1-B5E7-C276BF81956E}" destId="{8833B372-F1CA-480F-8B7D-31A9940F018F}" srcOrd="0" destOrd="0" presId="urn:microsoft.com/office/officeart/2005/8/layout/list1"/>
    <dgm:cxn modelId="{1B0490B6-62F5-4016-B703-BCCB2B367285}" srcId="{06F459CB-C23B-448C-AAF6-A3D468886515}" destId="{652F2313-8C95-446B-A31A-27C3A8ECF6E1}" srcOrd="1" destOrd="0" parTransId="{E924F595-2A4B-4174-AE78-EA470E60B022}" sibTransId="{5CA28E9B-F823-4BC9-97A6-14896EEE7297}"/>
    <dgm:cxn modelId="{D7B356C3-802A-47DB-9130-06CE0F658098}" type="presOf" srcId="{8E0CAC16-E989-4C4D-8AC8-A14A11495557}" destId="{406D3B65-D0F5-4600-8D3F-E0CFECFE3CC7}" srcOrd="1" destOrd="0" presId="urn:microsoft.com/office/officeart/2005/8/layout/list1"/>
    <dgm:cxn modelId="{3BFA4DD2-216C-43A1-90A9-3DB40D775A27}" type="presOf" srcId="{FE4531F6-C0DF-4511-B3F7-4273238FE55D}" destId="{0DEC8E2A-12BC-42BC-93B9-AD6E7827BFCD}" srcOrd="0" destOrd="0" presId="urn:microsoft.com/office/officeart/2005/8/layout/list1"/>
    <dgm:cxn modelId="{7325D7E6-C6B2-4B03-92BE-8DF9FC2DC8CA}" srcId="{06F459CB-C23B-448C-AAF6-A3D468886515}" destId="{FE4531F6-C0DF-4511-B3F7-4273238FE55D}" srcOrd="2" destOrd="0" parTransId="{5FAB5D2E-8261-4C13-B37D-5BABA66593BE}" sibTransId="{95A11798-5E8F-4FC5-AE9E-171240F2ED3D}"/>
    <dgm:cxn modelId="{15859CEB-A068-4CBE-8D8C-AB6554586BB2}" type="presOf" srcId="{FE4531F6-C0DF-4511-B3F7-4273238FE55D}" destId="{F492B2D2-D0E1-4A25-9B4A-249588570350}" srcOrd="1" destOrd="0" presId="urn:microsoft.com/office/officeart/2005/8/layout/list1"/>
    <dgm:cxn modelId="{66A333B7-21DB-492D-8CA8-5560843FCE54}" type="presParOf" srcId="{15195A5D-D095-4D27-9353-605A3BE75818}" destId="{A14A1274-4E19-484F-AAD0-DC1A0276CD74}" srcOrd="0" destOrd="0" presId="urn:microsoft.com/office/officeart/2005/8/layout/list1"/>
    <dgm:cxn modelId="{63C4DE38-9C7D-4FA2-B2BE-F2D8BD48745A}" type="presParOf" srcId="{A14A1274-4E19-484F-AAD0-DC1A0276CD74}" destId="{8833B372-F1CA-480F-8B7D-31A9940F018F}" srcOrd="0" destOrd="0" presId="urn:microsoft.com/office/officeart/2005/8/layout/list1"/>
    <dgm:cxn modelId="{C4942256-F621-4D97-B4AE-BCD1945F346E}" type="presParOf" srcId="{A14A1274-4E19-484F-AAD0-DC1A0276CD74}" destId="{3CC9DA80-5934-4074-A589-45F8A6C6245D}" srcOrd="1" destOrd="0" presId="urn:microsoft.com/office/officeart/2005/8/layout/list1"/>
    <dgm:cxn modelId="{0284CC9D-33AE-4724-8E1F-6EDAD9D7308B}" type="presParOf" srcId="{15195A5D-D095-4D27-9353-605A3BE75818}" destId="{AC6D3F3C-909E-4E2D-9251-4EA299E688B4}" srcOrd="1" destOrd="0" presId="urn:microsoft.com/office/officeart/2005/8/layout/list1"/>
    <dgm:cxn modelId="{36C44FB7-9A41-445E-91FE-E8845AD12596}" type="presParOf" srcId="{15195A5D-D095-4D27-9353-605A3BE75818}" destId="{7419BDEA-A313-435A-9099-025F6E89D29C}" srcOrd="2" destOrd="0" presId="urn:microsoft.com/office/officeart/2005/8/layout/list1"/>
    <dgm:cxn modelId="{399EB74F-E063-4FA9-B19D-DC2654D86B7B}" type="presParOf" srcId="{15195A5D-D095-4D27-9353-605A3BE75818}" destId="{89674272-BC56-4C34-9BDA-4594BF2778E7}" srcOrd="3" destOrd="0" presId="urn:microsoft.com/office/officeart/2005/8/layout/list1"/>
    <dgm:cxn modelId="{1E86032F-F767-4A93-8306-BF4EEEF685A5}" type="presParOf" srcId="{15195A5D-D095-4D27-9353-605A3BE75818}" destId="{12F3FA4B-1B61-43D4-B0C5-8B105EB78D93}" srcOrd="4" destOrd="0" presId="urn:microsoft.com/office/officeart/2005/8/layout/list1"/>
    <dgm:cxn modelId="{91B2D681-FC65-439B-B867-5F5AE0C5D901}" type="presParOf" srcId="{12F3FA4B-1B61-43D4-B0C5-8B105EB78D93}" destId="{17F63613-CB86-4524-BDEE-6B41C4D8FCB9}" srcOrd="0" destOrd="0" presId="urn:microsoft.com/office/officeart/2005/8/layout/list1"/>
    <dgm:cxn modelId="{EFF6506B-5EB6-42A4-9998-30B07C43F9DA}" type="presParOf" srcId="{12F3FA4B-1B61-43D4-B0C5-8B105EB78D93}" destId="{4E368DA3-1912-48BF-8CAA-FBF5C1B1C848}" srcOrd="1" destOrd="0" presId="urn:microsoft.com/office/officeart/2005/8/layout/list1"/>
    <dgm:cxn modelId="{0835AA15-8143-460E-B65B-B8185B8428F2}" type="presParOf" srcId="{15195A5D-D095-4D27-9353-605A3BE75818}" destId="{24917548-4A3A-4040-B119-885F780638D3}" srcOrd="5" destOrd="0" presId="urn:microsoft.com/office/officeart/2005/8/layout/list1"/>
    <dgm:cxn modelId="{BF71ACE1-745B-4A31-9988-F269D73BB959}" type="presParOf" srcId="{15195A5D-D095-4D27-9353-605A3BE75818}" destId="{CA225177-4B3B-49EC-B562-620053BF4251}" srcOrd="6" destOrd="0" presId="urn:microsoft.com/office/officeart/2005/8/layout/list1"/>
    <dgm:cxn modelId="{ABA3FB2E-8677-43B6-B7B6-90E7553BFD56}" type="presParOf" srcId="{15195A5D-D095-4D27-9353-605A3BE75818}" destId="{BCB7FE30-9FFC-461C-9836-CE2B4C3AAC14}" srcOrd="7" destOrd="0" presId="urn:microsoft.com/office/officeart/2005/8/layout/list1"/>
    <dgm:cxn modelId="{A9E20FBC-3D32-4C2C-8A76-32CB7004FC8F}" type="presParOf" srcId="{15195A5D-D095-4D27-9353-605A3BE75818}" destId="{87B542E3-BEE9-4F8D-AFF5-C6C791FC84AF}" srcOrd="8" destOrd="0" presId="urn:microsoft.com/office/officeart/2005/8/layout/list1"/>
    <dgm:cxn modelId="{94B5FB52-C276-44A7-B3E2-360772E2C280}" type="presParOf" srcId="{87B542E3-BEE9-4F8D-AFF5-C6C791FC84AF}" destId="{0DEC8E2A-12BC-42BC-93B9-AD6E7827BFCD}" srcOrd="0" destOrd="0" presId="urn:microsoft.com/office/officeart/2005/8/layout/list1"/>
    <dgm:cxn modelId="{D1976A22-44F7-4915-9B4A-58E5F38EE51A}" type="presParOf" srcId="{87B542E3-BEE9-4F8D-AFF5-C6C791FC84AF}" destId="{F492B2D2-D0E1-4A25-9B4A-249588570350}" srcOrd="1" destOrd="0" presId="urn:microsoft.com/office/officeart/2005/8/layout/list1"/>
    <dgm:cxn modelId="{9E5DDD9E-06D9-4C4C-AA57-CAAEF4A01522}" type="presParOf" srcId="{15195A5D-D095-4D27-9353-605A3BE75818}" destId="{55F3121A-46F4-4FA7-8AF3-F50828C92DE6}" srcOrd="9" destOrd="0" presId="urn:microsoft.com/office/officeart/2005/8/layout/list1"/>
    <dgm:cxn modelId="{BCBD07D6-EEA8-4676-AD06-58391BA4298C}" type="presParOf" srcId="{15195A5D-D095-4D27-9353-605A3BE75818}" destId="{C28C5811-3D41-4F63-80D7-DDC4D89B8D5B}" srcOrd="10" destOrd="0" presId="urn:microsoft.com/office/officeart/2005/8/layout/list1"/>
    <dgm:cxn modelId="{4250A06B-D58E-4EA5-9145-3879A5E6C0B4}" type="presParOf" srcId="{15195A5D-D095-4D27-9353-605A3BE75818}" destId="{8C57BD96-62B5-44A9-BB76-B864858EA544}" srcOrd="11" destOrd="0" presId="urn:microsoft.com/office/officeart/2005/8/layout/list1"/>
    <dgm:cxn modelId="{2889BBA6-BF2E-4215-B683-64880D78B850}" type="presParOf" srcId="{15195A5D-D095-4D27-9353-605A3BE75818}" destId="{2991E7DF-4546-46B2-8C20-0F1EDA59F690}" srcOrd="12" destOrd="0" presId="urn:microsoft.com/office/officeart/2005/8/layout/list1"/>
    <dgm:cxn modelId="{92F1C0E3-FCCF-4FBF-A3AC-5913353CE2AB}" type="presParOf" srcId="{2991E7DF-4546-46B2-8C20-0F1EDA59F690}" destId="{CA325523-CE9C-4B49-B793-4E9D5BB7D088}" srcOrd="0" destOrd="0" presId="urn:microsoft.com/office/officeart/2005/8/layout/list1"/>
    <dgm:cxn modelId="{59B63AAD-0C2A-4AF0-813B-A0459FE84BFA}" type="presParOf" srcId="{2991E7DF-4546-46B2-8C20-0F1EDA59F690}" destId="{406D3B65-D0F5-4600-8D3F-E0CFECFE3CC7}" srcOrd="1" destOrd="0" presId="urn:microsoft.com/office/officeart/2005/8/layout/list1"/>
    <dgm:cxn modelId="{99FA1AAC-08A3-4160-982A-3652EC02919A}" type="presParOf" srcId="{15195A5D-D095-4D27-9353-605A3BE75818}" destId="{1DBA1F54-4CDD-47B3-8360-2AFEE2E0DB9F}" srcOrd="13" destOrd="0" presId="urn:microsoft.com/office/officeart/2005/8/layout/list1"/>
    <dgm:cxn modelId="{6E3043A4-A852-4649-BB76-663D307CFEC2}" type="presParOf" srcId="{15195A5D-D095-4D27-9353-605A3BE75818}" destId="{3AB4A430-880B-44FD-B78F-2D2F146B6D5D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40134A7-C7E7-4E74-B839-D97C744E201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9090945E-BE35-4E75-A53C-26A09394E47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</a:t>
          </a:r>
          <a:r>
            <a:rPr lang="en-US" b="1"/>
            <a:t>Target Variable: </a:t>
          </a:r>
          <a:r>
            <a:rPr lang="en-US"/>
            <a:t>SalePrice</a:t>
          </a:r>
        </a:p>
      </dgm:t>
    </dgm:pt>
    <dgm:pt modelId="{62EA4B65-7ACB-4DBF-B972-3E1F01E42ED6}" type="parTrans" cxnId="{8717CDC0-174F-43BB-B23E-218711626278}">
      <dgm:prSet/>
      <dgm:spPr/>
      <dgm:t>
        <a:bodyPr/>
        <a:lstStyle/>
        <a:p>
          <a:endParaRPr lang="en-US"/>
        </a:p>
      </dgm:t>
    </dgm:pt>
    <dgm:pt modelId="{C602DEC2-6778-46CC-8240-503F11C22C6B}" type="sibTrans" cxnId="{8717CDC0-174F-43BB-B23E-218711626278}">
      <dgm:prSet/>
      <dgm:spPr/>
      <dgm:t>
        <a:bodyPr/>
        <a:lstStyle/>
        <a:p>
          <a:endParaRPr lang="en-US"/>
        </a:p>
      </dgm:t>
    </dgm:pt>
    <dgm:pt modelId="{FB845279-651A-4F9F-BD20-863EB2B984A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Supervised Learning – Regression</a:t>
          </a:r>
        </a:p>
      </dgm:t>
    </dgm:pt>
    <dgm:pt modelId="{1F4DA081-BF86-46F6-A5A0-721AE88CF81F}" type="parTrans" cxnId="{E3F3681B-AE49-4E9A-B668-3048060B1671}">
      <dgm:prSet/>
      <dgm:spPr/>
      <dgm:t>
        <a:bodyPr/>
        <a:lstStyle/>
        <a:p>
          <a:endParaRPr lang="en-US"/>
        </a:p>
      </dgm:t>
    </dgm:pt>
    <dgm:pt modelId="{36C56A77-F671-4945-BEE6-DED7CE9876A9}" type="sibTrans" cxnId="{E3F3681B-AE49-4E9A-B668-3048060B1671}">
      <dgm:prSet/>
      <dgm:spPr/>
      <dgm:t>
        <a:bodyPr/>
        <a:lstStyle/>
        <a:p>
          <a:endParaRPr lang="en-US"/>
        </a:p>
      </dgm:t>
    </dgm:pt>
    <dgm:pt modelId="{D9CD7484-90E5-4B99-B682-A419DBDF905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Real estate price prediction</a:t>
          </a:r>
        </a:p>
      </dgm:t>
    </dgm:pt>
    <dgm:pt modelId="{1C2EE1D2-9EBE-4943-A644-5A979F020400}" type="parTrans" cxnId="{B62257FC-E0D0-4E76-B511-F851AD5491FD}">
      <dgm:prSet/>
      <dgm:spPr/>
      <dgm:t>
        <a:bodyPr/>
        <a:lstStyle/>
        <a:p>
          <a:endParaRPr lang="en-US"/>
        </a:p>
      </dgm:t>
    </dgm:pt>
    <dgm:pt modelId="{01616939-76BE-44E1-8D46-C1BEC2DAC4AC}" type="sibTrans" cxnId="{B62257FC-E0D0-4E76-B511-F851AD5491FD}">
      <dgm:prSet/>
      <dgm:spPr/>
      <dgm:t>
        <a:bodyPr/>
        <a:lstStyle/>
        <a:p>
          <a:endParaRPr lang="en-US"/>
        </a:p>
      </dgm:t>
    </dgm:pt>
    <dgm:pt modelId="{38FC794F-86BB-4F96-A253-460098C331E0}" type="pres">
      <dgm:prSet presAssocID="{D40134A7-C7E7-4E74-B839-D97C744E201F}" presName="root" presStyleCnt="0">
        <dgm:presLayoutVars>
          <dgm:dir/>
          <dgm:resizeHandles val="exact"/>
        </dgm:presLayoutVars>
      </dgm:prSet>
      <dgm:spPr/>
    </dgm:pt>
    <dgm:pt modelId="{6C3F5BBE-3636-4058-B8FE-AC8F14F46574}" type="pres">
      <dgm:prSet presAssocID="{9090945E-BE35-4E75-A53C-26A09394E473}" presName="compNode" presStyleCnt="0"/>
      <dgm:spPr/>
    </dgm:pt>
    <dgm:pt modelId="{8367B12A-DABE-49F9-B4A7-08B4685F2B5D}" type="pres">
      <dgm:prSet presAssocID="{9090945E-BE35-4E75-A53C-26A09394E473}" presName="iconBgRect" presStyleLbl="bgShp" presStyleIdx="0" presStyleCnt="3"/>
      <dgm:spPr/>
    </dgm:pt>
    <dgm:pt modelId="{091B04E1-C390-40DE-B763-8DC05D98F374}" type="pres">
      <dgm:prSet presAssocID="{9090945E-BE35-4E75-A53C-26A09394E47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206FA5C9-C272-4D28-A8D3-FEA00FFD2CA3}" type="pres">
      <dgm:prSet presAssocID="{9090945E-BE35-4E75-A53C-26A09394E473}" presName="spaceRect" presStyleCnt="0"/>
      <dgm:spPr/>
    </dgm:pt>
    <dgm:pt modelId="{5771A502-0DC2-4B0C-8527-40FADDCC76AC}" type="pres">
      <dgm:prSet presAssocID="{9090945E-BE35-4E75-A53C-26A09394E473}" presName="textRect" presStyleLbl="revTx" presStyleIdx="0" presStyleCnt="3">
        <dgm:presLayoutVars>
          <dgm:chMax val="1"/>
          <dgm:chPref val="1"/>
        </dgm:presLayoutVars>
      </dgm:prSet>
      <dgm:spPr/>
    </dgm:pt>
    <dgm:pt modelId="{528047A4-D6C2-441A-96C4-F9798C6B0059}" type="pres">
      <dgm:prSet presAssocID="{C602DEC2-6778-46CC-8240-503F11C22C6B}" presName="sibTrans" presStyleCnt="0"/>
      <dgm:spPr/>
    </dgm:pt>
    <dgm:pt modelId="{6C0291C2-94D3-4265-B5B4-50C7F9B1B96C}" type="pres">
      <dgm:prSet presAssocID="{FB845279-651A-4F9F-BD20-863EB2B984A0}" presName="compNode" presStyleCnt="0"/>
      <dgm:spPr/>
    </dgm:pt>
    <dgm:pt modelId="{1318D2F8-E5E3-4566-A6D1-EAEF13C689F7}" type="pres">
      <dgm:prSet presAssocID="{FB845279-651A-4F9F-BD20-863EB2B984A0}" presName="iconBgRect" presStyleLbl="bgShp" presStyleIdx="1" presStyleCnt="3"/>
      <dgm:spPr/>
    </dgm:pt>
    <dgm:pt modelId="{7CB0BC42-47B9-48A8-8BA3-3161D98BEEE1}" type="pres">
      <dgm:prSet presAssocID="{FB845279-651A-4F9F-BD20-863EB2B984A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018267A2-CF55-4A92-8072-E96F7C5D0E7B}" type="pres">
      <dgm:prSet presAssocID="{FB845279-651A-4F9F-BD20-863EB2B984A0}" presName="spaceRect" presStyleCnt="0"/>
      <dgm:spPr/>
    </dgm:pt>
    <dgm:pt modelId="{C09F546C-12D1-4776-B6F1-9CE4EA2DD572}" type="pres">
      <dgm:prSet presAssocID="{FB845279-651A-4F9F-BD20-863EB2B984A0}" presName="textRect" presStyleLbl="revTx" presStyleIdx="1" presStyleCnt="3">
        <dgm:presLayoutVars>
          <dgm:chMax val="1"/>
          <dgm:chPref val="1"/>
        </dgm:presLayoutVars>
      </dgm:prSet>
      <dgm:spPr/>
    </dgm:pt>
    <dgm:pt modelId="{EBC44A70-2639-4B61-818C-6A5C37AF7ED0}" type="pres">
      <dgm:prSet presAssocID="{36C56A77-F671-4945-BEE6-DED7CE9876A9}" presName="sibTrans" presStyleCnt="0"/>
      <dgm:spPr/>
    </dgm:pt>
    <dgm:pt modelId="{9824387C-B74B-4A3D-B6EF-62AB2736637F}" type="pres">
      <dgm:prSet presAssocID="{D9CD7484-90E5-4B99-B682-A419DBDF9051}" presName="compNode" presStyleCnt="0"/>
      <dgm:spPr/>
    </dgm:pt>
    <dgm:pt modelId="{9D70ABEE-E293-4923-B3F5-8E8065F2B08B}" type="pres">
      <dgm:prSet presAssocID="{D9CD7484-90E5-4B99-B682-A419DBDF9051}" presName="iconBgRect" presStyleLbl="bgShp" presStyleIdx="2" presStyleCnt="3"/>
      <dgm:spPr/>
    </dgm:pt>
    <dgm:pt modelId="{9BC99963-BCD7-4E27-89C6-6E39CB8688BC}" type="pres">
      <dgm:prSet presAssocID="{D9CD7484-90E5-4B99-B682-A419DBDF905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C6AAC6BF-5A1A-4387-82FC-456F70EE7053}" type="pres">
      <dgm:prSet presAssocID="{D9CD7484-90E5-4B99-B682-A419DBDF9051}" presName="spaceRect" presStyleCnt="0"/>
      <dgm:spPr/>
    </dgm:pt>
    <dgm:pt modelId="{C1C00C1A-A0A0-4B1A-BF55-9DA59F544384}" type="pres">
      <dgm:prSet presAssocID="{D9CD7484-90E5-4B99-B682-A419DBDF905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3F3681B-AE49-4E9A-B668-3048060B1671}" srcId="{D40134A7-C7E7-4E74-B839-D97C744E201F}" destId="{FB845279-651A-4F9F-BD20-863EB2B984A0}" srcOrd="1" destOrd="0" parTransId="{1F4DA081-BF86-46F6-A5A0-721AE88CF81F}" sibTransId="{36C56A77-F671-4945-BEE6-DED7CE9876A9}"/>
    <dgm:cxn modelId="{99A6594C-5801-43BC-A5F1-0C35E7E0E271}" type="presOf" srcId="{FB845279-651A-4F9F-BD20-863EB2B984A0}" destId="{C09F546C-12D1-4776-B6F1-9CE4EA2DD572}" srcOrd="0" destOrd="0" presId="urn:microsoft.com/office/officeart/2018/5/layout/IconCircleLabelList"/>
    <dgm:cxn modelId="{E6D1D3BD-1769-483F-90BF-0688894CFC7A}" type="presOf" srcId="{9090945E-BE35-4E75-A53C-26A09394E473}" destId="{5771A502-0DC2-4B0C-8527-40FADDCC76AC}" srcOrd="0" destOrd="0" presId="urn:microsoft.com/office/officeart/2018/5/layout/IconCircleLabelList"/>
    <dgm:cxn modelId="{8717CDC0-174F-43BB-B23E-218711626278}" srcId="{D40134A7-C7E7-4E74-B839-D97C744E201F}" destId="{9090945E-BE35-4E75-A53C-26A09394E473}" srcOrd="0" destOrd="0" parTransId="{62EA4B65-7ACB-4DBF-B972-3E1F01E42ED6}" sibTransId="{C602DEC2-6778-46CC-8240-503F11C22C6B}"/>
    <dgm:cxn modelId="{39F85EC9-88DE-4E22-BE0F-4C04B298CAE4}" type="presOf" srcId="{D40134A7-C7E7-4E74-B839-D97C744E201F}" destId="{38FC794F-86BB-4F96-A253-460098C331E0}" srcOrd="0" destOrd="0" presId="urn:microsoft.com/office/officeart/2018/5/layout/IconCircleLabelList"/>
    <dgm:cxn modelId="{B62257FC-E0D0-4E76-B511-F851AD5491FD}" srcId="{D40134A7-C7E7-4E74-B839-D97C744E201F}" destId="{D9CD7484-90E5-4B99-B682-A419DBDF9051}" srcOrd="2" destOrd="0" parTransId="{1C2EE1D2-9EBE-4943-A644-5A979F020400}" sibTransId="{01616939-76BE-44E1-8D46-C1BEC2DAC4AC}"/>
    <dgm:cxn modelId="{15671AFF-FBB4-46F2-B5C7-CF56587B1A81}" type="presOf" srcId="{D9CD7484-90E5-4B99-B682-A419DBDF9051}" destId="{C1C00C1A-A0A0-4B1A-BF55-9DA59F544384}" srcOrd="0" destOrd="0" presId="urn:microsoft.com/office/officeart/2018/5/layout/IconCircleLabelList"/>
    <dgm:cxn modelId="{8DA7C6AF-30CB-42DB-95A5-26C54DD021E0}" type="presParOf" srcId="{38FC794F-86BB-4F96-A253-460098C331E0}" destId="{6C3F5BBE-3636-4058-B8FE-AC8F14F46574}" srcOrd="0" destOrd="0" presId="urn:microsoft.com/office/officeart/2018/5/layout/IconCircleLabelList"/>
    <dgm:cxn modelId="{F683D531-246F-41AA-9F19-953C8F7D5457}" type="presParOf" srcId="{6C3F5BBE-3636-4058-B8FE-AC8F14F46574}" destId="{8367B12A-DABE-49F9-B4A7-08B4685F2B5D}" srcOrd="0" destOrd="0" presId="urn:microsoft.com/office/officeart/2018/5/layout/IconCircleLabelList"/>
    <dgm:cxn modelId="{9954419B-E75D-4050-A922-571241BB2EEC}" type="presParOf" srcId="{6C3F5BBE-3636-4058-B8FE-AC8F14F46574}" destId="{091B04E1-C390-40DE-B763-8DC05D98F374}" srcOrd="1" destOrd="0" presId="urn:microsoft.com/office/officeart/2018/5/layout/IconCircleLabelList"/>
    <dgm:cxn modelId="{D9CBBBA4-0D2B-43FA-8373-75B16CD0AA34}" type="presParOf" srcId="{6C3F5BBE-3636-4058-B8FE-AC8F14F46574}" destId="{206FA5C9-C272-4D28-A8D3-FEA00FFD2CA3}" srcOrd="2" destOrd="0" presId="urn:microsoft.com/office/officeart/2018/5/layout/IconCircleLabelList"/>
    <dgm:cxn modelId="{1CC50596-754A-4C88-B0E9-7542A71F2E88}" type="presParOf" srcId="{6C3F5BBE-3636-4058-B8FE-AC8F14F46574}" destId="{5771A502-0DC2-4B0C-8527-40FADDCC76AC}" srcOrd="3" destOrd="0" presId="urn:microsoft.com/office/officeart/2018/5/layout/IconCircleLabelList"/>
    <dgm:cxn modelId="{0DDFAD20-F94E-4B8E-B102-34FC028472CC}" type="presParOf" srcId="{38FC794F-86BB-4F96-A253-460098C331E0}" destId="{528047A4-D6C2-441A-96C4-F9798C6B0059}" srcOrd="1" destOrd="0" presId="urn:microsoft.com/office/officeart/2018/5/layout/IconCircleLabelList"/>
    <dgm:cxn modelId="{3394B5D6-A129-48FC-A900-FD88BBD265FD}" type="presParOf" srcId="{38FC794F-86BB-4F96-A253-460098C331E0}" destId="{6C0291C2-94D3-4265-B5B4-50C7F9B1B96C}" srcOrd="2" destOrd="0" presId="urn:microsoft.com/office/officeart/2018/5/layout/IconCircleLabelList"/>
    <dgm:cxn modelId="{920997D6-B7A6-41F2-82E9-BBA7C8100F96}" type="presParOf" srcId="{6C0291C2-94D3-4265-B5B4-50C7F9B1B96C}" destId="{1318D2F8-E5E3-4566-A6D1-EAEF13C689F7}" srcOrd="0" destOrd="0" presId="urn:microsoft.com/office/officeart/2018/5/layout/IconCircleLabelList"/>
    <dgm:cxn modelId="{59F205A6-A904-4F6C-84F3-E094FDCB849D}" type="presParOf" srcId="{6C0291C2-94D3-4265-B5B4-50C7F9B1B96C}" destId="{7CB0BC42-47B9-48A8-8BA3-3161D98BEEE1}" srcOrd="1" destOrd="0" presId="urn:microsoft.com/office/officeart/2018/5/layout/IconCircleLabelList"/>
    <dgm:cxn modelId="{084CEAA1-E696-4A9A-8F74-9CE99F7D913C}" type="presParOf" srcId="{6C0291C2-94D3-4265-B5B4-50C7F9B1B96C}" destId="{018267A2-CF55-4A92-8072-E96F7C5D0E7B}" srcOrd="2" destOrd="0" presId="urn:microsoft.com/office/officeart/2018/5/layout/IconCircleLabelList"/>
    <dgm:cxn modelId="{AE67AC77-81B2-4E8D-A5FF-84BDCB14C465}" type="presParOf" srcId="{6C0291C2-94D3-4265-B5B4-50C7F9B1B96C}" destId="{C09F546C-12D1-4776-B6F1-9CE4EA2DD572}" srcOrd="3" destOrd="0" presId="urn:microsoft.com/office/officeart/2018/5/layout/IconCircleLabelList"/>
    <dgm:cxn modelId="{A5973555-6C32-49D2-8F32-715D14CC9634}" type="presParOf" srcId="{38FC794F-86BB-4F96-A253-460098C331E0}" destId="{EBC44A70-2639-4B61-818C-6A5C37AF7ED0}" srcOrd="3" destOrd="0" presId="urn:microsoft.com/office/officeart/2018/5/layout/IconCircleLabelList"/>
    <dgm:cxn modelId="{624EDA9A-6A7E-46AD-84C5-097BA0C25857}" type="presParOf" srcId="{38FC794F-86BB-4F96-A253-460098C331E0}" destId="{9824387C-B74B-4A3D-B6EF-62AB2736637F}" srcOrd="4" destOrd="0" presId="urn:microsoft.com/office/officeart/2018/5/layout/IconCircleLabelList"/>
    <dgm:cxn modelId="{A1056FCF-9D61-4897-9B39-7CEBDBC30EDB}" type="presParOf" srcId="{9824387C-B74B-4A3D-B6EF-62AB2736637F}" destId="{9D70ABEE-E293-4923-B3F5-8E8065F2B08B}" srcOrd="0" destOrd="0" presId="urn:microsoft.com/office/officeart/2018/5/layout/IconCircleLabelList"/>
    <dgm:cxn modelId="{1112D9A6-BB98-4BCD-B350-D5D628E1C10D}" type="presParOf" srcId="{9824387C-B74B-4A3D-B6EF-62AB2736637F}" destId="{9BC99963-BCD7-4E27-89C6-6E39CB8688BC}" srcOrd="1" destOrd="0" presId="urn:microsoft.com/office/officeart/2018/5/layout/IconCircleLabelList"/>
    <dgm:cxn modelId="{AE02569F-514E-4671-B5A4-960F467AC729}" type="presParOf" srcId="{9824387C-B74B-4A3D-B6EF-62AB2736637F}" destId="{C6AAC6BF-5A1A-4387-82FC-456F70EE7053}" srcOrd="2" destOrd="0" presId="urn:microsoft.com/office/officeart/2018/5/layout/IconCircleLabelList"/>
    <dgm:cxn modelId="{ED044821-D39D-4B82-9C43-FD19D8A146E5}" type="presParOf" srcId="{9824387C-B74B-4A3D-B6EF-62AB2736637F}" destId="{C1C00C1A-A0A0-4B1A-BF55-9DA59F54438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1DA6DC3-8E43-42F7-B180-FA8EF99AD17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7253381-F40E-4A2F-AE98-21415EBACD38}">
      <dgm:prSet/>
      <dgm:spPr/>
      <dgm:t>
        <a:bodyPr/>
        <a:lstStyle/>
        <a:p>
          <a:r>
            <a:rPr lang="en-US"/>
            <a:t>• ~2,900 records</a:t>
          </a:r>
        </a:p>
      </dgm:t>
    </dgm:pt>
    <dgm:pt modelId="{7E6522FE-CC73-4266-9944-8BB6C84EB562}" type="parTrans" cxnId="{7674C384-A05C-4D7A-A7B3-0A0BD39C3F58}">
      <dgm:prSet/>
      <dgm:spPr/>
      <dgm:t>
        <a:bodyPr/>
        <a:lstStyle/>
        <a:p>
          <a:endParaRPr lang="en-US"/>
        </a:p>
      </dgm:t>
    </dgm:pt>
    <dgm:pt modelId="{9CBD7236-D516-45C7-ABCE-D1F78A64104A}" type="sibTrans" cxnId="{7674C384-A05C-4D7A-A7B3-0A0BD39C3F58}">
      <dgm:prSet/>
      <dgm:spPr/>
      <dgm:t>
        <a:bodyPr/>
        <a:lstStyle/>
        <a:p>
          <a:endParaRPr lang="en-US"/>
        </a:p>
      </dgm:t>
    </dgm:pt>
    <dgm:pt modelId="{18CC1093-67ED-409D-9686-B58CF0D84921}">
      <dgm:prSet/>
      <dgm:spPr/>
      <dgm:t>
        <a:bodyPr/>
        <a:lstStyle/>
        <a:p>
          <a:r>
            <a:rPr lang="en-US"/>
            <a:t>• Numerical &amp; categorical features</a:t>
          </a:r>
        </a:p>
      </dgm:t>
    </dgm:pt>
    <dgm:pt modelId="{393D4263-649E-43C7-A3A5-EDB35E7BB013}" type="parTrans" cxnId="{D9F30656-A828-4C9B-8FB4-B4386D0A6B3D}">
      <dgm:prSet/>
      <dgm:spPr/>
      <dgm:t>
        <a:bodyPr/>
        <a:lstStyle/>
        <a:p>
          <a:endParaRPr lang="en-US"/>
        </a:p>
      </dgm:t>
    </dgm:pt>
    <dgm:pt modelId="{8759A5E1-2B3E-434D-9AFB-108C41E2144A}" type="sibTrans" cxnId="{D9F30656-A828-4C9B-8FB4-B4386D0A6B3D}">
      <dgm:prSet/>
      <dgm:spPr/>
      <dgm:t>
        <a:bodyPr/>
        <a:lstStyle/>
        <a:p>
          <a:endParaRPr lang="en-US"/>
        </a:p>
      </dgm:t>
    </dgm:pt>
    <dgm:pt modelId="{62A117AD-210A-49C1-A8B2-6E93E1918F7B}">
      <dgm:prSet/>
      <dgm:spPr/>
      <dgm:t>
        <a:bodyPr/>
        <a:lstStyle/>
        <a:p>
          <a:r>
            <a:rPr lang="en-US"/>
            <a:t>• Structural &amp; zoning attributes</a:t>
          </a:r>
        </a:p>
      </dgm:t>
    </dgm:pt>
    <dgm:pt modelId="{F2C1007B-C507-4A2F-B63B-CAF28AE4B573}" type="parTrans" cxnId="{6335F4A8-7CF0-4B44-91C5-35550E8E85D1}">
      <dgm:prSet/>
      <dgm:spPr/>
      <dgm:t>
        <a:bodyPr/>
        <a:lstStyle/>
        <a:p>
          <a:endParaRPr lang="en-US"/>
        </a:p>
      </dgm:t>
    </dgm:pt>
    <dgm:pt modelId="{51DF5246-AF0F-4872-9423-36A3937DE24C}" type="sibTrans" cxnId="{6335F4A8-7CF0-4B44-91C5-35550E8E85D1}">
      <dgm:prSet/>
      <dgm:spPr/>
      <dgm:t>
        <a:bodyPr/>
        <a:lstStyle/>
        <a:p>
          <a:endParaRPr lang="en-US"/>
        </a:p>
      </dgm:t>
    </dgm:pt>
    <dgm:pt modelId="{6D81483A-D484-4324-8FD8-B7477839DB89}" type="pres">
      <dgm:prSet presAssocID="{91DA6DC3-8E43-42F7-B180-FA8EF99AD17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F0ECE02-75AA-40F3-9EAB-D91ECA35739B}" type="pres">
      <dgm:prSet presAssocID="{F7253381-F40E-4A2F-AE98-21415EBACD38}" presName="hierRoot1" presStyleCnt="0"/>
      <dgm:spPr/>
    </dgm:pt>
    <dgm:pt modelId="{CEF13DA1-8229-45E0-B442-8AE823995FE1}" type="pres">
      <dgm:prSet presAssocID="{F7253381-F40E-4A2F-AE98-21415EBACD38}" presName="composite" presStyleCnt="0"/>
      <dgm:spPr/>
    </dgm:pt>
    <dgm:pt modelId="{2308D3E7-18A3-476A-A695-27BA3B1922EF}" type="pres">
      <dgm:prSet presAssocID="{F7253381-F40E-4A2F-AE98-21415EBACD38}" presName="background" presStyleLbl="node0" presStyleIdx="0" presStyleCnt="3"/>
      <dgm:spPr/>
    </dgm:pt>
    <dgm:pt modelId="{9775BE05-7566-4E66-968C-985340E6F20D}" type="pres">
      <dgm:prSet presAssocID="{F7253381-F40E-4A2F-AE98-21415EBACD38}" presName="text" presStyleLbl="fgAcc0" presStyleIdx="0" presStyleCnt="3">
        <dgm:presLayoutVars>
          <dgm:chPref val="3"/>
        </dgm:presLayoutVars>
      </dgm:prSet>
      <dgm:spPr/>
    </dgm:pt>
    <dgm:pt modelId="{D957381F-EC67-4D5E-A719-6A39D43CF865}" type="pres">
      <dgm:prSet presAssocID="{F7253381-F40E-4A2F-AE98-21415EBACD38}" presName="hierChild2" presStyleCnt="0"/>
      <dgm:spPr/>
    </dgm:pt>
    <dgm:pt modelId="{A4BAA920-D001-4B48-AD9C-20E286285FD2}" type="pres">
      <dgm:prSet presAssocID="{18CC1093-67ED-409D-9686-B58CF0D84921}" presName="hierRoot1" presStyleCnt="0"/>
      <dgm:spPr/>
    </dgm:pt>
    <dgm:pt modelId="{9A71F439-8AF6-4B84-89F9-872BBBB432CF}" type="pres">
      <dgm:prSet presAssocID="{18CC1093-67ED-409D-9686-B58CF0D84921}" presName="composite" presStyleCnt="0"/>
      <dgm:spPr/>
    </dgm:pt>
    <dgm:pt modelId="{70958B83-5EF6-4D3B-BE1E-FA6B972E4A35}" type="pres">
      <dgm:prSet presAssocID="{18CC1093-67ED-409D-9686-B58CF0D84921}" presName="background" presStyleLbl="node0" presStyleIdx="1" presStyleCnt="3"/>
      <dgm:spPr/>
    </dgm:pt>
    <dgm:pt modelId="{DF82D8CD-56D3-4CBF-AFBC-C1BAE4DE26C2}" type="pres">
      <dgm:prSet presAssocID="{18CC1093-67ED-409D-9686-B58CF0D84921}" presName="text" presStyleLbl="fgAcc0" presStyleIdx="1" presStyleCnt="3">
        <dgm:presLayoutVars>
          <dgm:chPref val="3"/>
        </dgm:presLayoutVars>
      </dgm:prSet>
      <dgm:spPr/>
    </dgm:pt>
    <dgm:pt modelId="{03958B47-C4EC-4DE0-A617-749F18EC18F4}" type="pres">
      <dgm:prSet presAssocID="{18CC1093-67ED-409D-9686-B58CF0D84921}" presName="hierChild2" presStyleCnt="0"/>
      <dgm:spPr/>
    </dgm:pt>
    <dgm:pt modelId="{71E48E00-80CB-4CF7-BF2E-D284820152FC}" type="pres">
      <dgm:prSet presAssocID="{62A117AD-210A-49C1-A8B2-6E93E1918F7B}" presName="hierRoot1" presStyleCnt="0"/>
      <dgm:spPr/>
    </dgm:pt>
    <dgm:pt modelId="{4146E09D-36EF-4218-92D2-C4545D7088AA}" type="pres">
      <dgm:prSet presAssocID="{62A117AD-210A-49C1-A8B2-6E93E1918F7B}" presName="composite" presStyleCnt="0"/>
      <dgm:spPr/>
    </dgm:pt>
    <dgm:pt modelId="{00BDC227-50D9-46D1-AFBB-C65FAB970334}" type="pres">
      <dgm:prSet presAssocID="{62A117AD-210A-49C1-A8B2-6E93E1918F7B}" presName="background" presStyleLbl="node0" presStyleIdx="2" presStyleCnt="3"/>
      <dgm:spPr/>
    </dgm:pt>
    <dgm:pt modelId="{F9F4E10F-59E7-401A-AE21-2BE760D71F3B}" type="pres">
      <dgm:prSet presAssocID="{62A117AD-210A-49C1-A8B2-6E93E1918F7B}" presName="text" presStyleLbl="fgAcc0" presStyleIdx="2" presStyleCnt="3">
        <dgm:presLayoutVars>
          <dgm:chPref val="3"/>
        </dgm:presLayoutVars>
      </dgm:prSet>
      <dgm:spPr/>
    </dgm:pt>
    <dgm:pt modelId="{3F8DB923-F17B-44C4-835B-BF56A9DA54A9}" type="pres">
      <dgm:prSet presAssocID="{62A117AD-210A-49C1-A8B2-6E93E1918F7B}" presName="hierChild2" presStyleCnt="0"/>
      <dgm:spPr/>
    </dgm:pt>
  </dgm:ptLst>
  <dgm:cxnLst>
    <dgm:cxn modelId="{0CE7FD21-C4A1-4609-8905-35FDD9785E87}" type="presOf" srcId="{F7253381-F40E-4A2F-AE98-21415EBACD38}" destId="{9775BE05-7566-4E66-968C-985340E6F20D}" srcOrd="0" destOrd="0" presId="urn:microsoft.com/office/officeart/2005/8/layout/hierarchy1"/>
    <dgm:cxn modelId="{E311F82A-8BA1-4CEB-8CBD-56DBF75ABEEF}" type="presOf" srcId="{91DA6DC3-8E43-42F7-B180-FA8EF99AD171}" destId="{6D81483A-D484-4324-8FD8-B7477839DB89}" srcOrd="0" destOrd="0" presId="urn:microsoft.com/office/officeart/2005/8/layout/hierarchy1"/>
    <dgm:cxn modelId="{59D47042-5C79-43FD-BB28-4AC201714775}" type="presOf" srcId="{18CC1093-67ED-409D-9686-B58CF0D84921}" destId="{DF82D8CD-56D3-4CBF-AFBC-C1BAE4DE26C2}" srcOrd="0" destOrd="0" presId="urn:microsoft.com/office/officeart/2005/8/layout/hierarchy1"/>
    <dgm:cxn modelId="{D9F30656-A828-4C9B-8FB4-B4386D0A6B3D}" srcId="{91DA6DC3-8E43-42F7-B180-FA8EF99AD171}" destId="{18CC1093-67ED-409D-9686-B58CF0D84921}" srcOrd="1" destOrd="0" parTransId="{393D4263-649E-43C7-A3A5-EDB35E7BB013}" sibTransId="{8759A5E1-2B3E-434D-9AFB-108C41E2144A}"/>
    <dgm:cxn modelId="{7674C384-A05C-4D7A-A7B3-0A0BD39C3F58}" srcId="{91DA6DC3-8E43-42F7-B180-FA8EF99AD171}" destId="{F7253381-F40E-4A2F-AE98-21415EBACD38}" srcOrd="0" destOrd="0" parTransId="{7E6522FE-CC73-4266-9944-8BB6C84EB562}" sibTransId="{9CBD7236-D516-45C7-ABCE-D1F78A64104A}"/>
    <dgm:cxn modelId="{6335F4A8-7CF0-4B44-91C5-35550E8E85D1}" srcId="{91DA6DC3-8E43-42F7-B180-FA8EF99AD171}" destId="{62A117AD-210A-49C1-A8B2-6E93E1918F7B}" srcOrd="2" destOrd="0" parTransId="{F2C1007B-C507-4A2F-B63B-CAF28AE4B573}" sibTransId="{51DF5246-AF0F-4872-9423-36A3937DE24C}"/>
    <dgm:cxn modelId="{76CA08B0-3D98-4B2A-BDD6-5825158B4A9F}" type="presOf" srcId="{62A117AD-210A-49C1-A8B2-6E93E1918F7B}" destId="{F9F4E10F-59E7-401A-AE21-2BE760D71F3B}" srcOrd="0" destOrd="0" presId="urn:microsoft.com/office/officeart/2005/8/layout/hierarchy1"/>
    <dgm:cxn modelId="{FB3DD996-1AC7-476E-8126-241742769EAC}" type="presParOf" srcId="{6D81483A-D484-4324-8FD8-B7477839DB89}" destId="{8F0ECE02-75AA-40F3-9EAB-D91ECA35739B}" srcOrd="0" destOrd="0" presId="urn:microsoft.com/office/officeart/2005/8/layout/hierarchy1"/>
    <dgm:cxn modelId="{84C9593B-9933-451D-8FEA-1830782CC19D}" type="presParOf" srcId="{8F0ECE02-75AA-40F3-9EAB-D91ECA35739B}" destId="{CEF13DA1-8229-45E0-B442-8AE823995FE1}" srcOrd="0" destOrd="0" presId="urn:microsoft.com/office/officeart/2005/8/layout/hierarchy1"/>
    <dgm:cxn modelId="{6BF03053-A948-4871-9E10-6C50AF4AF105}" type="presParOf" srcId="{CEF13DA1-8229-45E0-B442-8AE823995FE1}" destId="{2308D3E7-18A3-476A-A695-27BA3B1922EF}" srcOrd="0" destOrd="0" presId="urn:microsoft.com/office/officeart/2005/8/layout/hierarchy1"/>
    <dgm:cxn modelId="{4F1A27C3-0B2B-44DF-A05F-EE03CD8C0204}" type="presParOf" srcId="{CEF13DA1-8229-45E0-B442-8AE823995FE1}" destId="{9775BE05-7566-4E66-968C-985340E6F20D}" srcOrd="1" destOrd="0" presId="urn:microsoft.com/office/officeart/2005/8/layout/hierarchy1"/>
    <dgm:cxn modelId="{BF33350A-69E6-4376-89FC-3D0B6A5FD9D0}" type="presParOf" srcId="{8F0ECE02-75AA-40F3-9EAB-D91ECA35739B}" destId="{D957381F-EC67-4D5E-A719-6A39D43CF865}" srcOrd="1" destOrd="0" presId="urn:microsoft.com/office/officeart/2005/8/layout/hierarchy1"/>
    <dgm:cxn modelId="{5A9C58F1-4BFB-4C75-90CF-3FC9B91E2BF1}" type="presParOf" srcId="{6D81483A-D484-4324-8FD8-B7477839DB89}" destId="{A4BAA920-D001-4B48-AD9C-20E286285FD2}" srcOrd="1" destOrd="0" presId="urn:microsoft.com/office/officeart/2005/8/layout/hierarchy1"/>
    <dgm:cxn modelId="{C05188C6-E4A3-41EF-86D1-C4A8096597CF}" type="presParOf" srcId="{A4BAA920-D001-4B48-AD9C-20E286285FD2}" destId="{9A71F439-8AF6-4B84-89F9-872BBBB432CF}" srcOrd="0" destOrd="0" presId="urn:microsoft.com/office/officeart/2005/8/layout/hierarchy1"/>
    <dgm:cxn modelId="{B2DEB0E7-57AE-457B-8318-91295D520807}" type="presParOf" srcId="{9A71F439-8AF6-4B84-89F9-872BBBB432CF}" destId="{70958B83-5EF6-4D3B-BE1E-FA6B972E4A35}" srcOrd="0" destOrd="0" presId="urn:microsoft.com/office/officeart/2005/8/layout/hierarchy1"/>
    <dgm:cxn modelId="{66994A59-09CA-4483-A77B-5ECC9A529966}" type="presParOf" srcId="{9A71F439-8AF6-4B84-89F9-872BBBB432CF}" destId="{DF82D8CD-56D3-4CBF-AFBC-C1BAE4DE26C2}" srcOrd="1" destOrd="0" presId="urn:microsoft.com/office/officeart/2005/8/layout/hierarchy1"/>
    <dgm:cxn modelId="{87A923EF-308B-4FC1-9C4A-DE6AD37D8BBB}" type="presParOf" srcId="{A4BAA920-D001-4B48-AD9C-20E286285FD2}" destId="{03958B47-C4EC-4DE0-A617-749F18EC18F4}" srcOrd="1" destOrd="0" presId="urn:microsoft.com/office/officeart/2005/8/layout/hierarchy1"/>
    <dgm:cxn modelId="{57C0C838-7988-4203-9746-F7D6940DFAF6}" type="presParOf" srcId="{6D81483A-D484-4324-8FD8-B7477839DB89}" destId="{71E48E00-80CB-4CF7-BF2E-D284820152FC}" srcOrd="2" destOrd="0" presId="urn:microsoft.com/office/officeart/2005/8/layout/hierarchy1"/>
    <dgm:cxn modelId="{0CFACBC4-030A-4578-BE43-80B348EC97E5}" type="presParOf" srcId="{71E48E00-80CB-4CF7-BF2E-D284820152FC}" destId="{4146E09D-36EF-4218-92D2-C4545D7088AA}" srcOrd="0" destOrd="0" presId="urn:microsoft.com/office/officeart/2005/8/layout/hierarchy1"/>
    <dgm:cxn modelId="{84B34F2D-6D70-46B4-A3CF-2118CE9E1302}" type="presParOf" srcId="{4146E09D-36EF-4218-92D2-C4545D7088AA}" destId="{00BDC227-50D9-46D1-AFBB-C65FAB970334}" srcOrd="0" destOrd="0" presId="urn:microsoft.com/office/officeart/2005/8/layout/hierarchy1"/>
    <dgm:cxn modelId="{94472B66-BD4A-49E0-801D-41D30246043D}" type="presParOf" srcId="{4146E09D-36EF-4218-92D2-C4545D7088AA}" destId="{F9F4E10F-59E7-401A-AE21-2BE760D71F3B}" srcOrd="1" destOrd="0" presId="urn:microsoft.com/office/officeart/2005/8/layout/hierarchy1"/>
    <dgm:cxn modelId="{21135D5D-0D0A-4F23-9D18-57F7143519DE}" type="presParOf" srcId="{71E48E00-80CB-4CF7-BF2E-D284820152FC}" destId="{3F8DB923-F17B-44C4-835B-BF56A9DA54A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EC45C9F-E1A7-4B14-ABFF-4BADEA7AAA4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C48F4A0-1B6A-4360-B116-2A134A387D81}">
      <dgm:prSet/>
      <dgm:spPr/>
      <dgm:t>
        <a:bodyPr/>
        <a:lstStyle/>
        <a:p>
          <a:r>
            <a:rPr lang="en-US"/>
            <a:t>• HouseAge = CurrentYear − YearRemodAdd</a:t>
          </a:r>
        </a:p>
      </dgm:t>
    </dgm:pt>
    <dgm:pt modelId="{2F4233BE-AD54-4C16-8FB4-41922EE86E54}" type="parTrans" cxnId="{95E35B87-40AF-47CD-972A-8E203D144F77}">
      <dgm:prSet/>
      <dgm:spPr/>
      <dgm:t>
        <a:bodyPr/>
        <a:lstStyle/>
        <a:p>
          <a:endParaRPr lang="en-US"/>
        </a:p>
      </dgm:t>
    </dgm:pt>
    <dgm:pt modelId="{6FB8F8E4-4EA8-4B11-9421-43C5F2032EC9}" type="sibTrans" cxnId="{95E35B87-40AF-47CD-972A-8E203D144F77}">
      <dgm:prSet/>
      <dgm:spPr/>
      <dgm:t>
        <a:bodyPr/>
        <a:lstStyle/>
        <a:p>
          <a:endParaRPr lang="en-US"/>
        </a:p>
      </dgm:t>
    </dgm:pt>
    <dgm:pt modelId="{E1198B26-0E68-40E7-B310-D2F6504670D1}">
      <dgm:prSet/>
      <dgm:spPr/>
      <dgm:t>
        <a:bodyPr/>
        <a:lstStyle/>
        <a:p>
          <a:r>
            <a:rPr lang="en-US"/>
            <a:t>• Basement Finished Portion</a:t>
          </a:r>
        </a:p>
      </dgm:t>
    </dgm:pt>
    <dgm:pt modelId="{699218FA-6804-4B55-A68F-FC20376174D8}" type="parTrans" cxnId="{8A38EBBE-D05B-415E-BC01-D8089B4E794E}">
      <dgm:prSet/>
      <dgm:spPr/>
      <dgm:t>
        <a:bodyPr/>
        <a:lstStyle/>
        <a:p>
          <a:endParaRPr lang="en-US"/>
        </a:p>
      </dgm:t>
    </dgm:pt>
    <dgm:pt modelId="{F842CC44-6B25-4305-A7D1-037A2163E058}" type="sibTrans" cxnId="{8A38EBBE-D05B-415E-BC01-D8089B4E794E}">
      <dgm:prSet/>
      <dgm:spPr/>
      <dgm:t>
        <a:bodyPr/>
        <a:lstStyle/>
        <a:p>
          <a:endParaRPr lang="en-US"/>
        </a:p>
      </dgm:t>
    </dgm:pt>
    <dgm:pt modelId="{28CDA71E-BB3F-4B01-B251-4AF57BB4987E}">
      <dgm:prSet/>
      <dgm:spPr/>
      <dgm:t>
        <a:bodyPr/>
        <a:lstStyle/>
        <a:p>
          <a:r>
            <a:rPr lang="en-US"/>
            <a:t>• Dropped original columns</a:t>
          </a:r>
        </a:p>
      </dgm:t>
    </dgm:pt>
    <dgm:pt modelId="{ECE9CA29-EE7F-4D14-B598-104B1502196E}" type="parTrans" cxnId="{27F35362-E07E-4C59-8237-3764304BD5EC}">
      <dgm:prSet/>
      <dgm:spPr/>
      <dgm:t>
        <a:bodyPr/>
        <a:lstStyle/>
        <a:p>
          <a:endParaRPr lang="en-US"/>
        </a:p>
      </dgm:t>
    </dgm:pt>
    <dgm:pt modelId="{84BED669-3AFD-446C-9B2B-82F9B332D7B7}" type="sibTrans" cxnId="{27F35362-E07E-4C59-8237-3764304BD5EC}">
      <dgm:prSet/>
      <dgm:spPr/>
      <dgm:t>
        <a:bodyPr/>
        <a:lstStyle/>
        <a:p>
          <a:endParaRPr lang="en-US"/>
        </a:p>
      </dgm:t>
    </dgm:pt>
    <dgm:pt modelId="{339FAD9D-DBC8-4527-AB0B-EF4632EBD1B9}" type="pres">
      <dgm:prSet presAssocID="{6EC45C9F-E1A7-4B14-ABFF-4BADEA7AAA4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199B04F-9722-4066-BE07-AEECCF584B76}" type="pres">
      <dgm:prSet presAssocID="{BC48F4A0-1B6A-4360-B116-2A134A387D81}" presName="hierRoot1" presStyleCnt="0"/>
      <dgm:spPr/>
    </dgm:pt>
    <dgm:pt modelId="{5A1C7A5F-7A46-4E93-840A-C43985D9F4C6}" type="pres">
      <dgm:prSet presAssocID="{BC48F4A0-1B6A-4360-B116-2A134A387D81}" presName="composite" presStyleCnt="0"/>
      <dgm:spPr/>
    </dgm:pt>
    <dgm:pt modelId="{0409D8E3-2CC4-40B1-8570-74E0D661AA82}" type="pres">
      <dgm:prSet presAssocID="{BC48F4A0-1B6A-4360-B116-2A134A387D81}" presName="background" presStyleLbl="node0" presStyleIdx="0" presStyleCnt="3"/>
      <dgm:spPr/>
    </dgm:pt>
    <dgm:pt modelId="{C7384028-78E1-4C07-BA46-3E56E4D3D7DC}" type="pres">
      <dgm:prSet presAssocID="{BC48F4A0-1B6A-4360-B116-2A134A387D81}" presName="text" presStyleLbl="fgAcc0" presStyleIdx="0" presStyleCnt="3">
        <dgm:presLayoutVars>
          <dgm:chPref val="3"/>
        </dgm:presLayoutVars>
      </dgm:prSet>
      <dgm:spPr/>
    </dgm:pt>
    <dgm:pt modelId="{597E2214-5C9E-4C7A-8143-6A5B94EA4739}" type="pres">
      <dgm:prSet presAssocID="{BC48F4A0-1B6A-4360-B116-2A134A387D81}" presName="hierChild2" presStyleCnt="0"/>
      <dgm:spPr/>
    </dgm:pt>
    <dgm:pt modelId="{C24175CB-D5A9-441C-A48C-00BCBCB3224E}" type="pres">
      <dgm:prSet presAssocID="{E1198B26-0E68-40E7-B310-D2F6504670D1}" presName="hierRoot1" presStyleCnt="0"/>
      <dgm:spPr/>
    </dgm:pt>
    <dgm:pt modelId="{349E4727-87CB-4DB1-A5DF-014C47C8090E}" type="pres">
      <dgm:prSet presAssocID="{E1198B26-0E68-40E7-B310-D2F6504670D1}" presName="composite" presStyleCnt="0"/>
      <dgm:spPr/>
    </dgm:pt>
    <dgm:pt modelId="{76734075-7F6C-4111-B66F-ECF430BDB35B}" type="pres">
      <dgm:prSet presAssocID="{E1198B26-0E68-40E7-B310-D2F6504670D1}" presName="background" presStyleLbl="node0" presStyleIdx="1" presStyleCnt="3"/>
      <dgm:spPr/>
    </dgm:pt>
    <dgm:pt modelId="{DDACCF05-6125-495D-BF69-6735C3B3BA7D}" type="pres">
      <dgm:prSet presAssocID="{E1198B26-0E68-40E7-B310-D2F6504670D1}" presName="text" presStyleLbl="fgAcc0" presStyleIdx="1" presStyleCnt="3">
        <dgm:presLayoutVars>
          <dgm:chPref val="3"/>
        </dgm:presLayoutVars>
      </dgm:prSet>
      <dgm:spPr/>
    </dgm:pt>
    <dgm:pt modelId="{B8851BBE-97DD-476F-9FAD-1469D7CB23FF}" type="pres">
      <dgm:prSet presAssocID="{E1198B26-0E68-40E7-B310-D2F6504670D1}" presName="hierChild2" presStyleCnt="0"/>
      <dgm:spPr/>
    </dgm:pt>
    <dgm:pt modelId="{806E8871-3D1F-4539-89FF-50B07FB7206C}" type="pres">
      <dgm:prSet presAssocID="{28CDA71E-BB3F-4B01-B251-4AF57BB4987E}" presName="hierRoot1" presStyleCnt="0"/>
      <dgm:spPr/>
    </dgm:pt>
    <dgm:pt modelId="{B2CBF90C-050E-4FC3-9168-4A02F88BCAC9}" type="pres">
      <dgm:prSet presAssocID="{28CDA71E-BB3F-4B01-B251-4AF57BB4987E}" presName="composite" presStyleCnt="0"/>
      <dgm:spPr/>
    </dgm:pt>
    <dgm:pt modelId="{3192FD6C-9A01-4CD1-95F3-AC3077C60937}" type="pres">
      <dgm:prSet presAssocID="{28CDA71E-BB3F-4B01-B251-4AF57BB4987E}" presName="background" presStyleLbl="node0" presStyleIdx="2" presStyleCnt="3"/>
      <dgm:spPr/>
    </dgm:pt>
    <dgm:pt modelId="{7A1117F2-5C8E-491A-B34B-80ED57778B83}" type="pres">
      <dgm:prSet presAssocID="{28CDA71E-BB3F-4B01-B251-4AF57BB4987E}" presName="text" presStyleLbl="fgAcc0" presStyleIdx="2" presStyleCnt="3">
        <dgm:presLayoutVars>
          <dgm:chPref val="3"/>
        </dgm:presLayoutVars>
      </dgm:prSet>
      <dgm:spPr/>
    </dgm:pt>
    <dgm:pt modelId="{0B73169D-CE8C-4721-947A-B5878A7B82C5}" type="pres">
      <dgm:prSet presAssocID="{28CDA71E-BB3F-4B01-B251-4AF57BB4987E}" presName="hierChild2" presStyleCnt="0"/>
      <dgm:spPr/>
    </dgm:pt>
  </dgm:ptLst>
  <dgm:cxnLst>
    <dgm:cxn modelId="{27F35362-E07E-4C59-8237-3764304BD5EC}" srcId="{6EC45C9F-E1A7-4B14-ABFF-4BADEA7AAA4C}" destId="{28CDA71E-BB3F-4B01-B251-4AF57BB4987E}" srcOrd="2" destOrd="0" parTransId="{ECE9CA29-EE7F-4D14-B598-104B1502196E}" sibTransId="{84BED669-3AFD-446C-9B2B-82F9B332D7B7}"/>
    <dgm:cxn modelId="{64BAF56E-91BD-4576-84DE-23D79FAA149E}" type="presOf" srcId="{BC48F4A0-1B6A-4360-B116-2A134A387D81}" destId="{C7384028-78E1-4C07-BA46-3E56E4D3D7DC}" srcOrd="0" destOrd="0" presId="urn:microsoft.com/office/officeart/2005/8/layout/hierarchy1"/>
    <dgm:cxn modelId="{95E35B87-40AF-47CD-972A-8E203D144F77}" srcId="{6EC45C9F-E1A7-4B14-ABFF-4BADEA7AAA4C}" destId="{BC48F4A0-1B6A-4360-B116-2A134A387D81}" srcOrd="0" destOrd="0" parTransId="{2F4233BE-AD54-4C16-8FB4-41922EE86E54}" sibTransId="{6FB8F8E4-4EA8-4B11-9421-43C5F2032EC9}"/>
    <dgm:cxn modelId="{EAD7D5B0-19B2-42B9-AF24-F03DB3D8203C}" type="presOf" srcId="{28CDA71E-BB3F-4B01-B251-4AF57BB4987E}" destId="{7A1117F2-5C8E-491A-B34B-80ED57778B83}" srcOrd="0" destOrd="0" presId="urn:microsoft.com/office/officeart/2005/8/layout/hierarchy1"/>
    <dgm:cxn modelId="{A62354B6-E20A-4F12-853C-B3A201AEF73C}" type="presOf" srcId="{E1198B26-0E68-40E7-B310-D2F6504670D1}" destId="{DDACCF05-6125-495D-BF69-6735C3B3BA7D}" srcOrd="0" destOrd="0" presId="urn:microsoft.com/office/officeart/2005/8/layout/hierarchy1"/>
    <dgm:cxn modelId="{2304A5BC-8607-493B-9F74-4BC5C1D1BE54}" type="presOf" srcId="{6EC45C9F-E1A7-4B14-ABFF-4BADEA7AAA4C}" destId="{339FAD9D-DBC8-4527-AB0B-EF4632EBD1B9}" srcOrd="0" destOrd="0" presId="urn:microsoft.com/office/officeart/2005/8/layout/hierarchy1"/>
    <dgm:cxn modelId="{8A38EBBE-D05B-415E-BC01-D8089B4E794E}" srcId="{6EC45C9F-E1A7-4B14-ABFF-4BADEA7AAA4C}" destId="{E1198B26-0E68-40E7-B310-D2F6504670D1}" srcOrd="1" destOrd="0" parTransId="{699218FA-6804-4B55-A68F-FC20376174D8}" sibTransId="{F842CC44-6B25-4305-A7D1-037A2163E058}"/>
    <dgm:cxn modelId="{FA731823-F945-4D25-A352-A5B88812B732}" type="presParOf" srcId="{339FAD9D-DBC8-4527-AB0B-EF4632EBD1B9}" destId="{4199B04F-9722-4066-BE07-AEECCF584B76}" srcOrd="0" destOrd="0" presId="urn:microsoft.com/office/officeart/2005/8/layout/hierarchy1"/>
    <dgm:cxn modelId="{5C9BAC38-44B3-4197-B90F-D174CDBE4081}" type="presParOf" srcId="{4199B04F-9722-4066-BE07-AEECCF584B76}" destId="{5A1C7A5F-7A46-4E93-840A-C43985D9F4C6}" srcOrd="0" destOrd="0" presId="urn:microsoft.com/office/officeart/2005/8/layout/hierarchy1"/>
    <dgm:cxn modelId="{0DFE1C32-9785-4974-AC87-E6EB7E23EC33}" type="presParOf" srcId="{5A1C7A5F-7A46-4E93-840A-C43985D9F4C6}" destId="{0409D8E3-2CC4-40B1-8570-74E0D661AA82}" srcOrd="0" destOrd="0" presId="urn:microsoft.com/office/officeart/2005/8/layout/hierarchy1"/>
    <dgm:cxn modelId="{CFEA650B-8076-4498-A0E4-05F53050916E}" type="presParOf" srcId="{5A1C7A5F-7A46-4E93-840A-C43985D9F4C6}" destId="{C7384028-78E1-4C07-BA46-3E56E4D3D7DC}" srcOrd="1" destOrd="0" presId="urn:microsoft.com/office/officeart/2005/8/layout/hierarchy1"/>
    <dgm:cxn modelId="{8C500ADE-0255-4E8B-8842-26455F677170}" type="presParOf" srcId="{4199B04F-9722-4066-BE07-AEECCF584B76}" destId="{597E2214-5C9E-4C7A-8143-6A5B94EA4739}" srcOrd="1" destOrd="0" presId="urn:microsoft.com/office/officeart/2005/8/layout/hierarchy1"/>
    <dgm:cxn modelId="{73F20C87-38FE-4533-BDEA-CB4D71F80901}" type="presParOf" srcId="{339FAD9D-DBC8-4527-AB0B-EF4632EBD1B9}" destId="{C24175CB-D5A9-441C-A48C-00BCBCB3224E}" srcOrd="1" destOrd="0" presId="urn:microsoft.com/office/officeart/2005/8/layout/hierarchy1"/>
    <dgm:cxn modelId="{B7BD991C-D58D-4B57-803B-1DC3DF9BE969}" type="presParOf" srcId="{C24175CB-D5A9-441C-A48C-00BCBCB3224E}" destId="{349E4727-87CB-4DB1-A5DF-014C47C8090E}" srcOrd="0" destOrd="0" presId="urn:microsoft.com/office/officeart/2005/8/layout/hierarchy1"/>
    <dgm:cxn modelId="{59FE1139-0A52-4382-997C-03C501372171}" type="presParOf" srcId="{349E4727-87CB-4DB1-A5DF-014C47C8090E}" destId="{76734075-7F6C-4111-B66F-ECF430BDB35B}" srcOrd="0" destOrd="0" presId="urn:microsoft.com/office/officeart/2005/8/layout/hierarchy1"/>
    <dgm:cxn modelId="{AF0F4F09-3775-4FD3-8B2D-F84860A2F929}" type="presParOf" srcId="{349E4727-87CB-4DB1-A5DF-014C47C8090E}" destId="{DDACCF05-6125-495D-BF69-6735C3B3BA7D}" srcOrd="1" destOrd="0" presId="urn:microsoft.com/office/officeart/2005/8/layout/hierarchy1"/>
    <dgm:cxn modelId="{45DA96B8-9D6C-4DAF-A135-4BB2A7499417}" type="presParOf" srcId="{C24175CB-D5A9-441C-A48C-00BCBCB3224E}" destId="{B8851BBE-97DD-476F-9FAD-1469D7CB23FF}" srcOrd="1" destOrd="0" presId="urn:microsoft.com/office/officeart/2005/8/layout/hierarchy1"/>
    <dgm:cxn modelId="{C8A72A35-B220-4D45-A5E7-735B0F2637AA}" type="presParOf" srcId="{339FAD9D-DBC8-4527-AB0B-EF4632EBD1B9}" destId="{806E8871-3D1F-4539-89FF-50B07FB7206C}" srcOrd="2" destOrd="0" presId="urn:microsoft.com/office/officeart/2005/8/layout/hierarchy1"/>
    <dgm:cxn modelId="{9E9AE239-C650-4F56-BDC9-DC81D13EA24A}" type="presParOf" srcId="{806E8871-3D1F-4539-89FF-50B07FB7206C}" destId="{B2CBF90C-050E-4FC3-9168-4A02F88BCAC9}" srcOrd="0" destOrd="0" presId="urn:microsoft.com/office/officeart/2005/8/layout/hierarchy1"/>
    <dgm:cxn modelId="{AD70C68C-3B96-4787-8C27-89AD78F8F313}" type="presParOf" srcId="{B2CBF90C-050E-4FC3-9168-4A02F88BCAC9}" destId="{3192FD6C-9A01-4CD1-95F3-AC3077C60937}" srcOrd="0" destOrd="0" presId="urn:microsoft.com/office/officeart/2005/8/layout/hierarchy1"/>
    <dgm:cxn modelId="{0B212F6B-9673-41D8-B652-5988D7F5F8DB}" type="presParOf" srcId="{B2CBF90C-050E-4FC3-9168-4A02F88BCAC9}" destId="{7A1117F2-5C8E-491A-B34B-80ED57778B83}" srcOrd="1" destOrd="0" presId="urn:microsoft.com/office/officeart/2005/8/layout/hierarchy1"/>
    <dgm:cxn modelId="{C624C513-79DD-47F6-A560-C47129495B79}" type="presParOf" srcId="{806E8871-3D1F-4539-89FF-50B07FB7206C}" destId="{0B73169D-CE8C-4721-947A-B5878A7B82C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FABCBAB-FF43-4C70-9C58-03257FCA1AC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B924284-58D1-41A2-A7CB-A07BB8DD5F74}">
      <dgm:prSet/>
      <dgm:spPr/>
      <dgm:t>
        <a:bodyPr/>
        <a:lstStyle/>
        <a:p>
          <a:r>
            <a:rPr lang="en-US"/>
            <a:t>• Mean imputation for basement feature</a:t>
          </a:r>
        </a:p>
      </dgm:t>
    </dgm:pt>
    <dgm:pt modelId="{01A4DAA9-FD3D-4052-93E8-FF675C236D62}" type="parTrans" cxnId="{64D905E0-AA99-423F-9E27-698F61AA0879}">
      <dgm:prSet/>
      <dgm:spPr/>
      <dgm:t>
        <a:bodyPr/>
        <a:lstStyle/>
        <a:p>
          <a:endParaRPr lang="en-US"/>
        </a:p>
      </dgm:t>
    </dgm:pt>
    <dgm:pt modelId="{DEBCCCF5-C201-4B6B-83A9-4A0829F0BAA8}" type="sibTrans" cxnId="{64D905E0-AA99-423F-9E27-698F61AA0879}">
      <dgm:prSet/>
      <dgm:spPr/>
      <dgm:t>
        <a:bodyPr/>
        <a:lstStyle/>
        <a:p>
          <a:endParaRPr lang="en-US"/>
        </a:p>
      </dgm:t>
    </dgm:pt>
    <dgm:pt modelId="{241AA573-F9EE-4FA0-A726-95554DDB8989}">
      <dgm:prSet/>
      <dgm:spPr/>
      <dgm:t>
        <a:bodyPr/>
        <a:lstStyle/>
        <a:p>
          <a:r>
            <a:rPr lang="en-US"/>
            <a:t>• No missing values in target</a:t>
          </a:r>
        </a:p>
      </dgm:t>
    </dgm:pt>
    <dgm:pt modelId="{8B21DBD3-D556-475C-8D22-61EC66D5FCBE}" type="parTrans" cxnId="{E1ED5E08-8B87-42FC-8708-CD5DE607BF82}">
      <dgm:prSet/>
      <dgm:spPr/>
      <dgm:t>
        <a:bodyPr/>
        <a:lstStyle/>
        <a:p>
          <a:endParaRPr lang="en-US"/>
        </a:p>
      </dgm:t>
    </dgm:pt>
    <dgm:pt modelId="{B756E6E8-7131-41DE-B3B1-DF728BC5B2A5}" type="sibTrans" cxnId="{E1ED5E08-8B87-42FC-8708-CD5DE607BF82}">
      <dgm:prSet/>
      <dgm:spPr/>
      <dgm:t>
        <a:bodyPr/>
        <a:lstStyle/>
        <a:p>
          <a:endParaRPr lang="en-US"/>
        </a:p>
      </dgm:t>
    </dgm:pt>
    <dgm:pt modelId="{31AA2E8B-93E0-4D0F-A886-6B4350A82036}" type="pres">
      <dgm:prSet presAssocID="{AFABCBAB-FF43-4C70-9C58-03257FCA1AC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A850938-E65A-400A-9E6A-906B37C6987F}" type="pres">
      <dgm:prSet presAssocID="{5B924284-58D1-41A2-A7CB-A07BB8DD5F74}" presName="hierRoot1" presStyleCnt="0"/>
      <dgm:spPr/>
    </dgm:pt>
    <dgm:pt modelId="{A2283B15-5C92-4DF1-A2BF-2CFF7CABB52F}" type="pres">
      <dgm:prSet presAssocID="{5B924284-58D1-41A2-A7CB-A07BB8DD5F74}" presName="composite" presStyleCnt="0"/>
      <dgm:spPr/>
    </dgm:pt>
    <dgm:pt modelId="{48B1ACBE-B4D2-460C-99AF-F97CCCA395DC}" type="pres">
      <dgm:prSet presAssocID="{5B924284-58D1-41A2-A7CB-A07BB8DD5F74}" presName="background" presStyleLbl="node0" presStyleIdx="0" presStyleCnt="2"/>
      <dgm:spPr/>
    </dgm:pt>
    <dgm:pt modelId="{31369770-CA23-44FE-B537-AA4B7CC161F7}" type="pres">
      <dgm:prSet presAssocID="{5B924284-58D1-41A2-A7CB-A07BB8DD5F74}" presName="text" presStyleLbl="fgAcc0" presStyleIdx="0" presStyleCnt="2">
        <dgm:presLayoutVars>
          <dgm:chPref val="3"/>
        </dgm:presLayoutVars>
      </dgm:prSet>
      <dgm:spPr/>
    </dgm:pt>
    <dgm:pt modelId="{0C0E8F63-AB8A-4AF4-977D-79E2F8E48AED}" type="pres">
      <dgm:prSet presAssocID="{5B924284-58D1-41A2-A7CB-A07BB8DD5F74}" presName="hierChild2" presStyleCnt="0"/>
      <dgm:spPr/>
    </dgm:pt>
    <dgm:pt modelId="{043C7DBC-01B2-4171-8EC4-02ED6F333E1F}" type="pres">
      <dgm:prSet presAssocID="{241AA573-F9EE-4FA0-A726-95554DDB8989}" presName="hierRoot1" presStyleCnt="0"/>
      <dgm:spPr/>
    </dgm:pt>
    <dgm:pt modelId="{1B594134-027D-44D0-AC79-92A4A6CEDA8A}" type="pres">
      <dgm:prSet presAssocID="{241AA573-F9EE-4FA0-A726-95554DDB8989}" presName="composite" presStyleCnt="0"/>
      <dgm:spPr/>
    </dgm:pt>
    <dgm:pt modelId="{F6E1590B-C249-4C44-84D6-60111993D9D5}" type="pres">
      <dgm:prSet presAssocID="{241AA573-F9EE-4FA0-A726-95554DDB8989}" presName="background" presStyleLbl="node0" presStyleIdx="1" presStyleCnt="2"/>
      <dgm:spPr/>
    </dgm:pt>
    <dgm:pt modelId="{E9820810-EA36-41B4-9B1B-9DFDE9E94E1F}" type="pres">
      <dgm:prSet presAssocID="{241AA573-F9EE-4FA0-A726-95554DDB8989}" presName="text" presStyleLbl="fgAcc0" presStyleIdx="1" presStyleCnt="2">
        <dgm:presLayoutVars>
          <dgm:chPref val="3"/>
        </dgm:presLayoutVars>
      </dgm:prSet>
      <dgm:spPr/>
    </dgm:pt>
    <dgm:pt modelId="{9D4C8E2D-DC05-4B7A-A0D6-9890DBA26A77}" type="pres">
      <dgm:prSet presAssocID="{241AA573-F9EE-4FA0-A726-95554DDB8989}" presName="hierChild2" presStyleCnt="0"/>
      <dgm:spPr/>
    </dgm:pt>
  </dgm:ptLst>
  <dgm:cxnLst>
    <dgm:cxn modelId="{E124FE05-22EF-48B8-9086-3580197C8BA3}" type="presOf" srcId="{AFABCBAB-FF43-4C70-9C58-03257FCA1AC1}" destId="{31AA2E8B-93E0-4D0F-A886-6B4350A82036}" srcOrd="0" destOrd="0" presId="urn:microsoft.com/office/officeart/2005/8/layout/hierarchy1"/>
    <dgm:cxn modelId="{E1ED5E08-8B87-42FC-8708-CD5DE607BF82}" srcId="{AFABCBAB-FF43-4C70-9C58-03257FCA1AC1}" destId="{241AA573-F9EE-4FA0-A726-95554DDB8989}" srcOrd="1" destOrd="0" parTransId="{8B21DBD3-D556-475C-8D22-61EC66D5FCBE}" sibTransId="{B756E6E8-7131-41DE-B3B1-DF728BC5B2A5}"/>
    <dgm:cxn modelId="{1238E075-3F52-4F87-83F1-1E788D4D38BB}" type="presOf" srcId="{241AA573-F9EE-4FA0-A726-95554DDB8989}" destId="{E9820810-EA36-41B4-9B1B-9DFDE9E94E1F}" srcOrd="0" destOrd="0" presId="urn:microsoft.com/office/officeart/2005/8/layout/hierarchy1"/>
    <dgm:cxn modelId="{16CB2A5A-8BFE-4836-A2DB-1011345CBAFB}" type="presOf" srcId="{5B924284-58D1-41A2-A7CB-A07BB8DD5F74}" destId="{31369770-CA23-44FE-B537-AA4B7CC161F7}" srcOrd="0" destOrd="0" presId="urn:microsoft.com/office/officeart/2005/8/layout/hierarchy1"/>
    <dgm:cxn modelId="{64D905E0-AA99-423F-9E27-698F61AA0879}" srcId="{AFABCBAB-FF43-4C70-9C58-03257FCA1AC1}" destId="{5B924284-58D1-41A2-A7CB-A07BB8DD5F74}" srcOrd="0" destOrd="0" parTransId="{01A4DAA9-FD3D-4052-93E8-FF675C236D62}" sibTransId="{DEBCCCF5-C201-4B6B-83A9-4A0829F0BAA8}"/>
    <dgm:cxn modelId="{7CD9E356-32CF-4A69-A9DA-A9E61CC157CF}" type="presParOf" srcId="{31AA2E8B-93E0-4D0F-A886-6B4350A82036}" destId="{EA850938-E65A-400A-9E6A-906B37C6987F}" srcOrd="0" destOrd="0" presId="urn:microsoft.com/office/officeart/2005/8/layout/hierarchy1"/>
    <dgm:cxn modelId="{7CAD0B04-E6AD-4BD3-BD13-E128DBC211A4}" type="presParOf" srcId="{EA850938-E65A-400A-9E6A-906B37C6987F}" destId="{A2283B15-5C92-4DF1-A2BF-2CFF7CABB52F}" srcOrd="0" destOrd="0" presId="urn:microsoft.com/office/officeart/2005/8/layout/hierarchy1"/>
    <dgm:cxn modelId="{49AFE2C6-1C7B-4AF0-B60A-0107F739B8CC}" type="presParOf" srcId="{A2283B15-5C92-4DF1-A2BF-2CFF7CABB52F}" destId="{48B1ACBE-B4D2-460C-99AF-F97CCCA395DC}" srcOrd="0" destOrd="0" presId="urn:microsoft.com/office/officeart/2005/8/layout/hierarchy1"/>
    <dgm:cxn modelId="{7ABE1DBF-5FC7-4335-8CE7-027AD8F17048}" type="presParOf" srcId="{A2283B15-5C92-4DF1-A2BF-2CFF7CABB52F}" destId="{31369770-CA23-44FE-B537-AA4B7CC161F7}" srcOrd="1" destOrd="0" presId="urn:microsoft.com/office/officeart/2005/8/layout/hierarchy1"/>
    <dgm:cxn modelId="{F8933DC2-24DE-44D4-8D54-3B0E5B5353D7}" type="presParOf" srcId="{EA850938-E65A-400A-9E6A-906B37C6987F}" destId="{0C0E8F63-AB8A-4AF4-977D-79E2F8E48AED}" srcOrd="1" destOrd="0" presId="urn:microsoft.com/office/officeart/2005/8/layout/hierarchy1"/>
    <dgm:cxn modelId="{361A6F5D-86BC-473F-9E69-3FCA8F774817}" type="presParOf" srcId="{31AA2E8B-93E0-4D0F-A886-6B4350A82036}" destId="{043C7DBC-01B2-4171-8EC4-02ED6F333E1F}" srcOrd="1" destOrd="0" presId="urn:microsoft.com/office/officeart/2005/8/layout/hierarchy1"/>
    <dgm:cxn modelId="{BC823DA1-2CBC-4190-80F6-BA753C507BFC}" type="presParOf" srcId="{043C7DBC-01B2-4171-8EC4-02ED6F333E1F}" destId="{1B594134-027D-44D0-AC79-92A4A6CEDA8A}" srcOrd="0" destOrd="0" presId="urn:microsoft.com/office/officeart/2005/8/layout/hierarchy1"/>
    <dgm:cxn modelId="{7DA8A945-95BC-4E0D-8727-389426097642}" type="presParOf" srcId="{1B594134-027D-44D0-AC79-92A4A6CEDA8A}" destId="{F6E1590B-C249-4C44-84D6-60111993D9D5}" srcOrd="0" destOrd="0" presId="urn:microsoft.com/office/officeart/2005/8/layout/hierarchy1"/>
    <dgm:cxn modelId="{1F7360FD-9AB0-4A1C-88A3-54654DC3850A}" type="presParOf" srcId="{1B594134-027D-44D0-AC79-92A4A6CEDA8A}" destId="{E9820810-EA36-41B4-9B1B-9DFDE9E94E1F}" srcOrd="1" destOrd="0" presId="urn:microsoft.com/office/officeart/2005/8/layout/hierarchy1"/>
    <dgm:cxn modelId="{8DE2F3E3-9437-4515-85B8-DBCBE198991A}" type="presParOf" srcId="{043C7DBC-01B2-4171-8EC4-02ED6F333E1F}" destId="{9D4C8E2D-DC05-4B7A-A0D6-9890DBA26A7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85C6D82-657D-4040-AEE3-763884D83847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5252955-6858-4209-BCEB-2501A2D4967D}">
      <dgm:prSet/>
      <dgm:spPr/>
      <dgm:t>
        <a:bodyPr/>
        <a:lstStyle/>
        <a:p>
          <a:r>
            <a:rPr lang="en-US"/>
            <a:t>• One-Hot Encoding for categorical features</a:t>
          </a:r>
        </a:p>
      </dgm:t>
    </dgm:pt>
    <dgm:pt modelId="{0D1CEDBB-B56D-4162-8614-07D2B607A3C8}" type="parTrans" cxnId="{CEC39102-FBBC-42DF-B540-8A5E93965583}">
      <dgm:prSet/>
      <dgm:spPr/>
      <dgm:t>
        <a:bodyPr/>
        <a:lstStyle/>
        <a:p>
          <a:endParaRPr lang="en-US"/>
        </a:p>
      </dgm:t>
    </dgm:pt>
    <dgm:pt modelId="{D7FE561D-FA97-4842-93F0-C73EB2A553CC}" type="sibTrans" cxnId="{CEC39102-FBBC-42DF-B540-8A5E93965583}">
      <dgm:prSet/>
      <dgm:spPr/>
      <dgm:t>
        <a:bodyPr/>
        <a:lstStyle/>
        <a:p>
          <a:endParaRPr lang="en-US"/>
        </a:p>
      </dgm:t>
    </dgm:pt>
    <dgm:pt modelId="{B4092116-2A53-4763-8A5B-179266D4F2FD}">
      <dgm:prSet/>
      <dgm:spPr/>
      <dgm:t>
        <a:bodyPr/>
        <a:lstStyle/>
        <a:p>
          <a:r>
            <a:rPr lang="en-US"/>
            <a:t>• StandardScaler used for SVR</a:t>
          </a:r>
        </a:p>
      </dgm:t>
    </dgm:pt>
    <dgm:pt modelId="{27474B71-3F29-4A42-A097-785FBA73CB98}" type="parTrans" cxnId="{D4BC5B02-F00C-4B29-8069-14E063118D46}">
      <dgm:prSet/>
      <dgm:spPr/>
      <dgm:t>
        <a:bodyPr/>
        <a:lstStyle/>
        <a:p>
          <a:endParaRPr lang="en-US"/>
        </a:p>
      </dgm:t>
    </dgm:pt>
    <dgm:pt modelId="{3DE8EA28-C13C-4B62-A819-3EFCAF61955C}" type="sibTrans" cxnId="{D4BC5B02-F00C-4B29-8069-14E063118D46}">
      <dgm:prSet/>
      <dgm:spPr/>
      <dgm:t>
        <a:bodyPr/>
        <a:lstStyle/>
        <a:p>
          <a:endParaRPr lang="en-US"/>
        </a:p>
      </dgm:t>
    </dgm:pt>
    <dgm:pt modelId="{18D1CA1B-0E98-4E30-AD9E-006E8B624FC7}" type="pres">
      <dgm:prSet presAssocID="{F85C6D82-657D-4040-AEE3-763884D8384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BAEE724-F6EB-4A83-ACBC-44EAC9E7F72F}" type="pres">
      <dgm:prSet presAssocID="{95252955-6858-4209-BCEB-2501A2D4967D}" presName="hierRoot1" presStyleCnt="0"/>
      <dgm:spPr/>
    </dgm:pt>
    <dgm:pt modelId="{03997D88-891F-40E5-8FAC-E59985A48863}" type="pres">
      <dgm:prSet presAssocID="{95252955-6858-4209-BCEB-2501A2D4967D}" presName="composite" presStyleCnt="0"/>
      <dgm:spPr/>
    </dgm:pt>
    <dgm:pt modelId="{F59769A3-17F8-45AB-A9F5-86E15B650161}" type="pres">
      <dgm:prSet presAssocID="{95252955-6858-4209-BCEB-2501A2D4967D}" presName="background" presStyleLbl="node0" presStyleIdx="0" presStyleCnt="2"/>
      <dgm:spPr/>
    </dgm:pt>
    <dgm:pt modelId="{B7C71411-2833-47E2-935D-23C5AFDC9954}" type="pres">
      <dgm:prSet presAssocID="{95252955-6858-4209-BCEB-2501A2D4967D}" presName="text" presStyleLbl="fgAcc0" presStyleIdx="0" presStyleCnt="2">
        <dgm:presLayoutVars>
          <dgm:chPref val="3"/>
        </dgm:presLayoutVars>
      </dgm:prSet>
      <dgm:spPr/>
    </dgm:pt>
    <dgm:pt modelId="{3EE5C469-A4BB-495E-BD4C-EB895D53CDF6}" type="pres">
      <dgm:prSet presAssocID="{95252955-6858-4209-BCEB-2501A2D4967D}" presName="hierChild2" presStyleCnt="0"/>
      <dgm:spPr/>
    </dgm:pt>
    <dgm:pt modelId="{1AA58B38-294C-4FB5-BBD1-6404C71E4ABA}" type="pres">
      <dgm:prSet presAssocID="{B4092116-2A53-4763-8A5B-179266D4F2FD}" presName="hierRoot1" presStyleCnt="0"/>
      <dgm:spPr/>
    </dgm:pt>
    <dgm:pt modelId="{42429769-B825-43A2-A482-5FA0FB235FED}" type="pres">
      <dgm:prSet presAssocID="{B4092116-2A53-4763-8A5B-179266D4F2FD}" presName="composite" presStyleCnt="0"/>
      <dgm:spPr/>
    </dgm:pt>
    <dgm:pt modelId="{F91B14AE-2737-482D-A1B7-20785B969CA1}" type="pres">
      <dgm:prSet presAssocID="{B4092116-2A53-4763-8A5B-179266D4F2FD}" presName="background" presStyleLbl="node0" presStyleIdx="1" presStyleCnt="2"/>
      <dgm:spPr/>
    </dgm:pt>
    <dgm:pt modelId="{A4BA6188-3B11-40B7-ACA0-F68B12198054}" type="pres">
      <dgm:prSet presAssocID="{B4092116-2A53-4763-8A5B-179266D4F2FD}" presName="text" presStyleLbl="fgAcc0" presStyleIdx="1" presStyleCnt="2">
        <dgm:presLayoutVars>
          <dgm:chPref val="3"/>
        </dgm:presLayoutVars>
      </dgm:prSet>
      <dgm:spPr/>
    </dgm:pt>
    <dgm:pt modelId="{14E3D37A-AD7F-46D1-8F1B-1DABA9734CD5}" type="pres">
      <dgm:prSet presAssocID="{B4092116-2A53-4763-8A5B-179266D4F2FD}" presName="hierChild2" presStyleCnt="0"/>
      <dgm:spPr/>
    </dgm:pt>
  </dgm:ptLst>
  <dgm:cxnLst>
    <dgm:cxn modelId="{D4BC5B02-F00C-4B29-8069-14E063118D46}" srcId="{F85C6D82-657D-4040-AEE3-763884D83847}" destId="{B4092116-2A53-4763-8A5B-179266D4F2FD}" srcOrd="1" destOrd="0" parTransId="{27474B71-3F29-4A42-A097-785FBA73CB98}" sibTransId="{3DE8EA28-C13C-4B62-A819-3EFCAF61955C}"/>
    <dgm:cxn modelId="{CEC39102-FBBC-42DF-B540-8A5E93965583}" srcId="{F85C6D82-657D-4040-AEE3-763884D83847}" destId="{95252955-6858-4209-BCEB-2501A2D4967D}" srcOrd="0" destOrd="0" parTransId="{0D1CEDBB-B56D-4162-8614-07D2B607A3C8}" sibTransId="{D7FE561D-FA97-4842-93F0-C73EB2A553CC}"/>
    <dgm:cxn modelId="{007F8A0B-F3E5-4C5E-B0A3-2BD8900A2C47}" type="presOf" srcId="{B4092116-2A53-4763-8A5B-179266D4F2FD}" destId="{A4BA6188-3B11-40B7-ACA0-F68B12198054}" srcOrd="0" destOrd="0" presId="urn:microsoft.com/office/officeart/2005/8/layout/hierarchy1"/>
    <dgm:cxn modelId="{0D29E666-B870-4765-8135-5306379ACE23}" type="presOf" srcId="{95252955-6858-4209-BCEB-2501A2D4967D}" destId="{B7C71411-2833-47E2-935D-23C5AFDC9954}" srcOrd="0" destOrd="0" presId="urn:microsoft.com/office/officeart/2005/8/layout/hierarchy1"/>
    <dgm:cxn modelId="{92661386-96DA-45ED-AB50-C989C466127B}" type="presOf" srcId="{F85C6D82-657D-4040-AEE3-763884D83847}" destId="{18D1CA1B-0E98-4E30-AD9E-006E8B624FC7}" srcOrd="0" destOrd="0" presId="urn:microsoft.com/office/officeart/2005/8/layout/hierarchy1"/>
    <dgm:cxn modelId="{104E12D8-EADE-475E-8A7F-B78632DC2D06}" type="presParOf" srcId="{18D1CA1B-0E98-4E30-AD9E-006E8B624FC7}" destId="{3BAEE724-F6EB-4A83-ACBC-44EAC9E7F72F}" srcOrd="0" destOrd="0" presId="urn:microsoft.com/office/officeart/2005/8/layout/hierarchy1"/>
    <dgm:cxn modelId="{91A1AB93-21E6-431B-820A-2DC9826AE0CD}" type="presParOf" srcId="{3BAEE724-F6EB-4A83-ACBC-44EAC9E7F72F}" destId="{03997D88-891F-40E5-8FAC-E59985A48863}" srcOrd="0" destOrd="0" presId="urn:microsoft.com/office/officeart/2005/8/layout/hierarchy1"/>
    <dgm:cxn modelId="{A1AB6240-42E4-4878-BA31-23148A7F36C6}" type="presParOf" srcId="{03997D88-891F-40E5-8FAC-E59985A48863}" destId="{F59769A3-17F8-45AB-A9F5-86E15B650161}" srcOrd="0" destOrd="0" presId="urn:microsoft.com/office/officeart/2005/8/layout/hierarchy1"/>
    <dgm:cxn modelId="{31B7789A-543B-4CF3-8CFE-7AD6CE291705}" type="presParOf" srcId="{03997D88-891F-40E5-8FAC-E59985A48863}" destId="{B7C71411-2833-47E2-935D-23C5AFDC9954}" srcOrd="1" destOrd="0" presId="urn:microsoft.com/office/officeart/2005/8/layout/hierarchy1"/>
    <dgm:cxn modelId="{A0ACFEBE-4F90-407B-8ACF-D1009FAF6494}" type="presParOf" srcId="{3BAEE724-F6EB-4A83-ACBC-44EAC9E7F72F}" destId="{3EE5C469-A4BB-495E-BD4C-EB895D53CDF6}" srcOrd="1" destOrd="0" presId="urn:microsoft.com/office/officeart/2005/8/layout/hierarchy1"/>
    <dgm:cxn modelId="{590BAB72-82C7-48EC-9DCD-E5C5AEB6C519}" type="presParOf" srcId="{18D1CA1B-0E98-4E30-AD9E-006E8B624FC7}" destId="{1AA58B38-294C-4FB5-BBD1-6404C71E4ABA}" srcOrd="1" destOrd="0" presId="urn:microsoft.com/office/officeart/2005/8/layout/hierarchy1"/>
    <dgm:cxn modelId="{6871F708-D04C-4B27-8F49-F231C2F91771}" type="presParOf" srcId="{1AA58B38-294C-4FB5-BBD1-6404C71E4ABA}" destId="{42429769-B825-43A2-A482-5FA0FB235FED}" srcOrd="0" destOrd="0" presId="urn:microsoft.com/office/officeart/2005/8/layout/hierarchy1"/>
    <dgm:cxn modelId="{E139DA1B-6767-48AB-B8E9-5E991C545F01}" type="presParOf" srcId="{42429769-B825-43A2-A482-5FA0FB235FED}" destId="{F91B14AE-2737-482D-A1B7-20785B969CA1}" srcOrd="0" destOrd="0" presId="urn:microsoft.com/office/officeart/2005/8/layout/hierarchy1"/>
    <dgm:cxn modelId="{7FAB7F87-F916-4DBE-AE8A-B51536DA2626}" type="presParOf" srcId="{42429769-B825-43A2-A482-5FA0FB235FED}" destId="{A4BA6188-3B11-40B7-ACA0-F68B12198054}" srcOrd="1" destOrd="0" presId="urn:microsoft.com/office/officeart/2005/8/layout/hierarchy1"/>
    <dgm:cxn modelId="{C7154B9C-6C3B-4E54-9F88-F30CF5162517}" type="presParOf" srcId="{1AA58B38-294C-4FB5-BBD1-6404C71E4ABA}" destId="{14E3D37A-AD7F-46D1-8F1B-1DABA9734CD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6586108-CBDE-4945-9C49-EBF0DE583BD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708DFC2-4B2C-413C-BA6D-6DEDE545C6A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Linear Regression</a:t>
          </a:r>
        </a:p>
      </dgm:t>
    </dgm:pt>
    <dgm:pt modelId="{41CAB1E3-3164-4F2F-979B-D1C3CF03F6FE}" type="parTrans" cxnId="{97C3E20B-B14B-4903-9088-BADEAA607FE5}">
      <dgm:prSet/>
      <dgm:spPr/>
      <dgm:t>
        <a:bodyPr/>
        <a:lstStyle/>
        <a:p>
          <a:endParaRPr lang="en-US"/>
        </a:p>
      </dgm:t>
    </dgm:pt>
    <dgm:pt modelId="{C1329D61-C448-44A1-BC35-8D63331FA849}" type="sibTrans" cxnId="{97C3E20B-B14B-4903-9088-BADEAA607FE5}">
      <dgm:prSet/>
      <dgm:spPr/>
      <dgm:t>
        <a:bodyPr/>
        <a:lstStyle/>
        <a:p>
          <a:endParaRPr lang="en-US"/>
        </a:p>
      </dgm:t>
    </dgm:pt>
    <dgm:pt modelId="{559320DA-C00D-41F4-81F6-A2A70B61F46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SVR</a:t>
          </a:r>
        </a:p>
      </dgm:t>
    </dgm:pt>
    <dgm:pt modelId="{B95BEFE2-F858-4199-81FF-2E05ADF205B5}" type="parTrans" cxnId="{EF4A103E-3DC7-48EA-BA1C-6B17DD39EF99}">
      <dgm:prSet/>
      <dgm:spPr/>
      <dgm:t>
        <a:bodyPr/>
        <a:lstStyle/>
        <a:p>
          <a:endParaRPr lang="en-US"/>
        </a:p>
      </dgm:t>
    </dgm:pt>
    <dgm:pt modelId="{41C76813-64CB-4D54-AE88-352D71A83574}" type="sibTrans" cxnId="{EF4A103E-3DC7-48EA-BA1C-6B17DD39EF99}">
      <dgm:prSet/>
      <dgm:spPr/>
      <dgm:t>
        <a:bodyPr/>
        <a:lstStyle/>
        <a:p>
          <a:endParaRPr lang="en-US"/>
        </a:p>
      </dgm:t>
    </dgm:pt>
    <dgm:pt modelId="{A6516364-1CC8-4A20-AB2B-38EF2723FB9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Random Forest</a:t>
          </a:r>
        </a:p>
      </dgm:t>
    </dgm:pt>
    <dgm:pt modelId="{7D0F4507-4B4A-4E20-B7B3-257CFFC3B94B}" type="parTrans" cxnId="{1BFD7C20-B47A-4572-A5AB-1D02878B4939}">
      <dgm:prSet/>
      <dgm:spPr/>
      <dgm:t>
        <a:bodyPr/>
        <a:lstStyle/>
        <a:p>
          <a:endParaRPr lang="en-US"/>
        </a:p>
      </dgm:t>
    </dgm:pt>
    <dgm:pt modelId="{2DC57748-9E74-4FCA-84AF-F162662DC70F}" type="sibTrans" cxnId="{1BFD7C20-B47A-4572-A5AB-1D02878B4939}">
      <dgm:prSet/>
      <dgm:spPr/>
      <dgm:t>
        <a:bodyPr/>
        <a:lstStyle/>
        <a:p>
          <a:endParaRPr lang="en-US"/>
        </a:p>
      </dgm:t>
    </dgm:pt>
    <dgm:pt modelId="{710A8822-A9ED-4450-8D91-6013AEAF9EC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CatBoost</a:t>
          </a:r>
        </a:p>
      </dgm:t>
    </dgm:pt>
    <dgm:pt modelId="{C5FF6A9D-2827-45B3-A6FB-AA9CB17CDD40}" type="parTrans" cxnId="{98B57883-95A1-442B-986B-E6A788ED50C1}">
      <dgm:prSet/>
      <dgm:spPr/>
      <dgm:t>
        <a:bodyPr/>
        <a:lstStyle/>
        <a:p>
          <a:endParaRPr lang="en-US"/>
        </a:p>
      </dgm:t>
    </dgm:pt>
    <dgm:pt modelId="{E18B5C1F-3580-4E28-8D63-30F748807460}" type="sibTrans" cxnId="{98B57883-95A1-442B-986B-E6A788ED50C1}">
      <dgm:prSet/>
      <dgm:spPr/>
      <dgm:t>
        <a:bodyPr/>
        <a:lstStyle/>
        <a:p>
          <a:endParaRPr lang="en-US"/>
        </a:p>
      </dgm:t>
    </dgm:pt>
    <dgm:pt modelId="{B35531E5-97FF-46E4-B56A-D58F16470D1D}" type="pres">
      <dgm:prSet presAssocID="{D6586108-CBDE-4945-9C49-EBF0DE583BD8}" presName="root" presStyleCnt="0">
        <dgm:presLayoutVars>
          <dgm:dir/>
          <dgm:resizeHandles val="exact"/>
        </dgm:presLayoutVars>
      </dgm:prSet>
      <dgm:spPr/>
    </dgm:pt>
    <dgm:pt modelId="{C35B33DB-9BBF-4C89-8FC0-C9F6F312BF37}" type="pres">
      <dgm:prSet presAssocID="{8708DFC2-4B2C-413C-BA6D-6DEDE545C6A9}" presName="compNode" presStyleCnt="0"/>
      <dgm:spPr/>
    </dgm:pt>
    <dgm:pt modelId="{53A4B871-0BBD-4130-96F3-009BD583E158}" type="pres">
      <dgm:prSet presAssocID="{8708DFC2-4B2C-413C-BA6D-6DEDE545C6A9}" presName="iconBgRect" presStyleLbl="bgShp" presStyleIdx="0" presStyleCnt="4"/>
      <dgm:spPr/>
    </dgm:pt>
    <dgm:pt modelId="{60C11C74-48D2-4770-BBB1-14A1EAC11E7D}" type="pres">
      <dgm:prSet presAssocID="{8708DFC2-4B2C-413C-BA6D-6DEDE545C6A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DE06206E-5E59-4411-9828-D8D8FC2DE2DD}" type="pres">
      <dgm:prSet presAssocID="{8708DFC2-4B2C-413C-BA6D-6DEDE545C6A9}" presName="spaceRect" presStyleCnt="0"/>
      <dgm:spPr/>
    </dgm:pt>
    <dgm:pt modelId="{C912A7FD-FE4B-40EE-A6B1-1E5593234CA8}" type="pres">
      <dgm:prSet presAssocID="{8708DFC2-4B2C-413C-BA6D-6DEDE545C6A9}" presName="textRect" presStyleLbl="revTx" presStyleIdx="0" presStyleCnt="4">
        <dgm:presLayoutVars>
          <dgm:chMax val="1"/>
          <dgm:chPref val="1"/>
        </dgm:presLayoutVars>
      </dgm:prSet>
      <dgm:spPr/>
    </dgm:pt>
    <dgm:pt modelId="{462D49C3-AABC-4611-BF18-F74EEB384BAF}" type="pres">
      <dgm:prSet presAssocID="{C1329D61-C448-44A1-BC35-8D63331FA849}" presName="sibTrans" presStyleCnt="0"/>
      <dgm:spPr/>
    </dgm:pt>
    <dgm:pt modelId="{6E7DF9AD-D30E-4E3A-B358-B9D3FDD9529E}" type="pres">
      <dgm:prSet presAssocID="{559320DA-C00D-41F4-81F6-A2A70B61F462}" presName="compNode" presStyleCnt="0"/>
      <dgm:spPr/>
    </dgm:pt>
    <dgm:pt modelId="{6D0D4748-9289-44A0-9AB0-FF5303A35BD6}" type="pres">
      <dgm:prSet presAssocID="{559320DA-C00D-41F4-81F6-A2A70B61F462}" presName="iconBgRect" presStyleLbl="bgShp" presStyleIdx="1" presStyleCnt="4"/>
      <dgm:spPr/>
    </dgm:pt>
    <dgm:pt modelId="{63DEE96D-D14A-4927-9715-C4A40CCB32F3}" type="pres">
      <dgm:prSet presAssocID="{559320DA-C00D-41F4-81F6-A2A70B61F46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B93BE286-5BE5-4F72-9E08-58F94A40809C}" type="pres">
      <dgm:prSet presAssocID="{559320DA-C00D-41F4-81F6-A2A70B61F462}" presName="spaceRect" presStyleCnt="0"/>
      <dgm:spPr/>
    </dgm:pt>
    <dgm:pt modelId="{6785F88F-5DD1-48B8-911B-1F484D3D7BAA}" type="pres">
      <dgm:prSet presAssocID="{559320DA-C00D-41F4-81F6-A2A70B61F462}" presName="textRect" presStyleLbl="revTx" presStyleIdx="1" presStyleCnt="4">
        <dgm:presLayoutVars>
          <dgm:chMax val="1"/>
          <dgm:chPref val="1"/>
        </dgm:presLayoutVars>
      </dgm:prSet>
      <dgm:spPr/>
    </dgm:pt>
    <dgm:pt modelId="{CA873519-53EC-49B7-B3F9-44CE87EC7C6F}" type="pres">
      <dgm:prSet presAssocID="{41C76813-64CB-4D54-AE88-352D71A83574}" presName="sibTrans" presStyleCnt="0"/>
      <dgm:spPr/>
    </dgm:pt>
    <dgm:pt modelId="{39549093-09DE-40EA-8270-3B3DC45179EF}" type="pres">
      <dgm:prSet presAssocID="{A6516364-1CC8-4A20-AB2B-38EF2723FB92}" presName="compNode" presStyleCnt="0"/>
      <dgm:spPr/>
    </dgm:pt>
    <dgm:pt modelId="{D7A4CD74-B523-4492-8F83-89DA09F3E8C6}" type="pres">
      <dgm:prSet presAssocID="{A6516364-1CC8-4A20-AB2B-38EF2723FB92}" presName="iconBgRect" presStyleLbl="bgShp" presStyleIdx="2" presStyleCnt="4"/>
      <dgm:spPr/>
    </dgm:pt>
    <dgm:pt modelId="{5472ACBF-1BB1-4F75-848D-2285387EBF6D}" type="pres">
      <dgm:prSet presAssocID="{A6516364-1CC8-4A20-AB2B-38EF2723FB9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 tree"/>
        </a:ext>
      </dgm:extLst>
    </dgm:pt>
    <dgm:pt modelId="{CB4E7BCF-E9C9-4354-B555-098331E3AE85}" type="pres">
      <dgm:prSet presAssocID="{A6516364-1CC8-4A20-AB2B-38EF2723FB92}" presName="spaceRect" presStyleCnt="0"/>
      <dgm:spPr/>
    </dgm:pt>
    <dgm:pt modelId="{242D1B37-CEE6-47A3-ACA6-1B6A975E944C}" type="pres">
      <dgm:prSet presAssocID="{A6516364-1CC8-4A20-AB2B-38EF2723FB92}" presName="textRect" presStyleLbl="revTx" presStyleIdx="2" presStyleCnt="4">
        <dgm:presLayoutVars>
          <dgm:chMax val="1"/>
          <dgm:chPref val="1"/>
        </dgm:presLayoutVars>
      </dgm:prSet>
      <dgm:spPr/>
    </dgm:pt>
    <dgm:pt modelId="{90C6741D-284E-4631-82F1-D53EED7F910A}" type="pres">
      <dgm:prSet presAssocID="{2DC57748-9E74-4FCA-84AF-F162662DC70F}" presName="sibTrans" presStyleCnt="0"/>
      <dgm:spPr/>
    </dgm:pt>
    <dgm:pt modelId="{73801C84-F79E-4A50-B589-7399EDC96C00}" type="pres">
      <dgm:prSet presAssocID="{710A8822-A9ED-4450-8D91-6013AEAF9EC1}" presName="compNode" presStyleCnt="0"/>
      <dgm:spPr/>
    </dgm:pt>
    <dgm:pt modelId="{9A3EF4D9-2C36-4429-8AC4-D5B7AD6A9471}" type="pres">
      <dgm:prSet presAssocID="{710A8822-A9ED-4450-8D91-6013AEAF9EC1}" presName="iconBgRect" presStyleLbl="bgShp" presStyleIdx="3" presStyleCnt="4"/>
      <dgm:spPr/>
    </dgm:pt>
    <dgm:pt modelId="{9BA79F81-4DC7-4D43-B652-EB9D7DF4DAC0}" type="pres">
      <dgm:prSet presAssocID="{710A8822-A9ED-4450-8D91-6013AEAF9EC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etti Ball"/>
        </a:ext>
      </dgm:extLst>
    </dgm:pt>
    <dgm:pt modelId="{715A2954-9527-45B0-8D44-85FC511FF58F}" type="pres">
      <dgm:prSet presAssocID="{710A8822-A9ED-4450-8D91-6013AEAF9EC1}" presName="spaceRect" presStyleCnt="0"/>
      <dgm:spPr/>
    </dgm:pt>
    <dgm:pt modelId="{4576DDC2-4BD0-4BCB-BE4F-F4FEDB5943FC}" type="pres">
      <dgm:prSet presAssocID="{710A8822-A9ED-4450-8D91-6013AEAF9EC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7C3E20B-B14B-4903-9088-BADEAA607FE5}" srcId="{D6586108-CBDE-4945-9C49-EBF0DE583BD8}" destId="{8708DFC2-4B2C-413C-BA6D-6DEDE545C6A9}" srcOrd="0" destOrd="0" parTransId="{41CAB1E3-3164-4F2F-979B-D1C3CF03F6FE}" sibTransId="{C1329D61-C448-44A1-BC35-8D63331FA849}"/>
    <dgm:cxn modelId="{1BFD7C20-B47A-4572-A5AB-1D02878B4939}" srcId="{D6586108-CBDE-4945-9C49-EBF0DE583BD8}" destId="{A6516364-1CC8-4A20-AB2B-38EF2723FB92}" srcOrd="2" destOrd="0" parTransId="{7D0F4507-4B4A-4E20-B7B3-257CFFC3B94B}" sibTransId="{2DC57748-9E74-4FCA-84AF-F162662DC70F}"/>
    <dgm:cxn modelId="{EF4A103E-3DC7-48EA-BA1C-6B17DD39EF99}" srcId="{D6586108-CBDE-4945-9C49-EBF0DE583BD8}" destId="{559320DA-C00D-41F4-81F6-A2A70B61F462}" srcOrd="1" destOrd="0" parTransId="{B95BEFE2-F858-4199-81FF-2E05ADF205B5}" sibTransId="{41C76813-64CB-4D54-AE88-352D71A83574}"/>
    <dgm:cxn modelId="{D4EEF843-D2E2-42AB-9A32-FFE1C6E546D4}" type="presOf" srcId="{A6516364-1CC8-4A20-AB2B-38EF2723FB92}" destId="{242D1B37-CEE6-47A3-ACA6-1B6A975E944C}" srcOrd="0" destOrd="0" presId="urn:microsoft.com/office/officeart/2018/5/layout/IconCircleLabelList"/>
    <dgm:cxn modelId="{A8554A6A-BB8C-4486-96A3-86904A10A49D}" type="presOf" srcId="{D6586108-CBDE-4945-9C49-EBF0DE583BD8}" destId="{B35531E5-97FF-46E4-B56A-D58F16470D1D}" srcOrd="0" destOrd="0" presId="urn:microsoft.com/office/officeart/2018/5/layout/IconCircleLabelList"/>
    <dgm:cxn modelId="{4FA9E172-F6EA-45FC-9427-20651696F206}" type="presOf" srcId="{559320DA-C00D-41F4-81F6-A2A70B61F462}" destId="{6785F88F-5DD1-48B8-911B-1F484D3D7BAA}" srcOrd="0" destOrd="0" presId="urn:microsoft.com/office/officeart/2018/5/layout/IconCircleLabelList"/>
    <dgm:cxn modelId="{DAFDA65A-9866-4016-8B4B-27E22EB4942B}" type="presOf" srcId="{8708DFC2-4B2C-413C-BA6D-6DEDE545C6A9}" destId="{C912A7FD-FE4B-40EE-A6B1-1E5593234CA8}" srcOrd="0" destOrd="0" presId="urn:microsoft.com/office/officeart/2018/5/layout/IconCircleLabelList"/>
    <dgm:cxn modelId="{98B57883-95A1-442B-986B-E6A788ED50C1}" srcId="{D6586108-CBDE-4945-9C49-EBF0DE583BD8}" destId="{710A8822-A9ED-4450-8D91-6013AEAF9EC1}" srcOrd="3" destOrd="0" parTransId="{C5FF6A9D-2827-45B3-A6FB-AA9CB17CDD40}" sibTransId="{E18B5C1F-3580-4E28-8D63-30F748807460}"/>
    <dgm:cxn modelId="{EBA7CCAB-97BD-45FA-8BB6-9CE1985CDBEA}" type="presOf" srcId="{710A8822-A9ED-4450-8D91-6013AEAF9EC1}" destId="{4576DDC2-4BD0-4BCB-BE4F-F4FEDB5943FC}" srcOrd="0" destOrd="0" presId="urn:microsoft.com/office/officeart/2018/5/layout/IconCircleLabelList"/>
    <dgm:cxn modelId="{B972F295-D862-4C68-9001-F7BEFCF66F07}" type="presParOf" srcId="{B35531E5-97FF-46E4-B56A-D58F16470D1D}" destId="{C35B33DB-9BBF-4C89-8FC0-C9F6F312BF37}" srcOrd="0" destOrd="0" presId="urn:microsoft.com/office/officeart/2018/5/layout/IconCircleLabelList"/>
    <dgm:cxn modelId="{385AADDE-0C32-4030-B064-890EE2ABA87E}" type="presParOf" srcId="{C35B33DB-9BBF-4C89-8FC0-C9F6F312BF37}" destId="{53A4B871-0BBD-4130-96F3-009BD583E158}" srcOrd="0" destOrd="0" presId="urn:microsoft.com/office/officeart/2018/5/layout/IconCircleLabelList"/>
    <dgm:cxn modelId="{7B429D90-FD9F-4A0C-B59F-B12A18C5495D}" type="presParOf" srcId="{C35B33DB-9BBF-4C89-8FC0-C9F6F312BF37}" destId="{60C11C74-48D2-4770-BBB1-14A1EAC11E7D}" srcOrd="1" destOrd="0" presId="urn:microsoft.com/office/officeart/2018/5/layout/IconCircleLabelList"/>
    <dgm:cxn modelId="{813171CB-E765-4C2A-968F-2549AA33777F}" type="presParOf" srcId="{C35B33DB-9BBF-4C89-8FC0-C9F6F312BF37}" destId="{DE06206E-5E59-4411-9828-D8D8FC2DE2DD}" srcOrd="2" destOrd="0" presId="urn:microsoft.com/office/officeart/2018/5/layout/IconCircleLabelList"/>
    <dgm:cxn modelId="{BD17769F-3C68-47CB-8DBF-E17D4E90B171}" type="presParOf" srcId="{C35B33DB-9BBF-4C89-8FC0-C9F6F312BF37}" destId="{C912A7FD-FE4B-40EE-A6B1-1E5593234CA8}" srcOrd="3" destOrd="0" presId="urn:microsoft.com/office/officeart/2018/5/layout/IconCircleLabelList"/>
    <dgm:cxn modelId="{CA333493-5843-45B1-BC41-26E96C0C4D84}" type="presParOf" srcId="{B35531E5-97FF-46E4-B56A-D58F16470D1D}" destId="{462D49C3-AABC-4611-BF18-F74EEB384BAF}" srcOrd="1" destOrd="0" presId="urn:microsoft.com/office/officeart/2018/5/layout/IconCircleLabelList"/>
    <dgm:cxn modelId="{8731BA6E-C285-4278-BF08-D8ED8FFC8632}" type="presParOf" srcId="{B35531E5-97FF-46E4-B56A-D58F16470D1D}" destId="{6E7DF9AD-D30E-4E3A-B358-B9D3FDD9529E}" srcOrd="2" destOrd="0" presId="urn:microsoft.com/office/officeart/2018/5/layout/IconCircleLabelList"/>
    <dgm:cxn modelId="{320A6A78-F1D4-4FA6-BD3C-02FBA6103D66}" type="presParOf" srcId="{6E7DF9AD-D30E-4E3A-B358-B9D3FDD9529E}" destId="{6D0D4748-9289-44A0-9AB0-FF5303A35BD6}" srcOrd="0" destOrd="0" presId="urn:microsoft.com/office/officeart/2018/5/layout/IconCircleLabelList"/>
    <dgm:cxn modelId="{179001DA-7B3F-4D14-B5EF-2CC68BAB7A0B}" type="presParOf" srcId="{6E7DF9AD-D30E-4E3A-B358-B9D3FDD9529E}" destId="{63DEE96D-D14A-4927-9715-C4A40CCB32F3}" srcOrd="1" destOrd="0" presId="urn:microsoft.com/office/officeart/2018/5/layout/IconCircleLabelList"/>
    <dgm:cxn modelId="{FB58FD75-D4D3-45EA-997B-67256868F92C}" type="presParOf" srcId="{6E7DF9AD-D30E-4E3A-B358-B9D3FDD9529E}" destId="{B93BE286-5BE5-4F72-9E08-58F94A40809C}" srcOrd="2" destOrd="0" presId="urn:microsoft.com/office/officeart/2018/5/layout/IconCircleLabelList"/>
    <dgm:cxn modelId="{EA8C1675-EE8F-406F-B658-493BAFB3FAAE}" type="presParOf" srcId="{6E7DF9AD-D30E-4E3A-B358-B9D3FDD9529E}" destId="{6785F88F-5DD1-48B8-911B-1F484D3D7BAA}" srcOrd="3" destOrd="0" presId="urn:microsoft.com/office/officeart/2018/5/layout/IconCircleLabelList"/>
    <dgm:cxn modelId="{9BCE1B7B-1FB5-44F4-A3AC-CB1584442E67}" type="presParOf" srcId="{B35531E5-97FF-46E4-B56A-D58F16470D1D}" destId="{CA873519-53EC-49B7-B3F9-44CE87EC7C6F}" srcOrd="3" destOrd="0" presId="urn:microsoft.com/office/officeart/2018/5/layout/IconCircleLabelList"/>
    <dgm:cxn modelId="{6212FF95-24E0-42F9-BCA2-5B6338703555}" type="presParOf" srcId="{B35531E5-97FF-46E4-B56A-D58F16470D1D}" destId="{39549093-09DE-40EA-8270-3B3DC45179EF}" srcOrd="4" destOrd="0" presId="urn:microsoft.com/office/officeart/2018/5/layout/IconCircleLabelList"/>
    <dgm:cxn modelId="{DADB188C-D129-48B5-A8E6-2D33A50B488F}" type="presParOf" srcId="{39549093-09DE-40EA-8270-3B3DC45179EF}" destId="{D7A4CD74-B523-4492-8F83-89DA09F3E8C6}" srcOrd="0" destOrd="0" presId="urn:microsoft.com/office/officeart/2018/5/layout/IconCircleLabelList"/>
    <dgm:cxn modelId="{FDDF785A-6198-4B00-81A2-6509305DA954}" type="presParOf" srcId="{39549093-09DE-40EA-8270-3B3DC45179EF}" destId="{5472ACBF-1BB1-4F75-848D-2285387EBF6D}" srcOrd="1" destOrd="0" presId="urn:microsoft.com/office/officeart/2018/5/layout/IconCircleLabelList"/>
    <dgm:cxn modelId="{7FBF445A-E258-458D-BC6B-050E71A4F65E}" type="presParOf" srcId="{39549093-09DE-40EA-8270-3B3DC45179EF}" destId="{CB4E7BCF-E9C9-4354-B555-098331E3AE85}" srcOrd="2" destOrd="0" presId="urn:microsoft.com/office/officeart/2018/5/layout/IconCircleLabelList"/>
    <dgm:cxn modelId="{E9D51038-F555-48A7-B4F4-22853102DA23}" type="presParOf" srcId="{39549093-09DE-40EA-8270-3B3DC45179EF}" destId="{242D1B37-CEE6-47A3-ACA6-1B6A975E944C}" srcOrd="3" destOrd="0" presId="urn:microsoft.com/office/officeart/2018/5/layout/IconCircleLabelList"/>
    <dgm:cxn modelId="{09B97818-3930-4500-8DDB-555EA1F059C3}" type="presParOf" srcId="{B35531E5-97FF-46E4-B56A-D58F16470D1D}" destId="{90C6741D-284E-4631-82F1-D53EED7F910A}" srcOrd="5" destOrd="0" presId="urn:microsoft.com/office/officeart/2018/5/layout/IconCircleLabelList"/>
    <dgm:cxn modelId="{84693B5B-47B3-4EE2-9BBD-68A5A0A03DE6}" type="presParOf" srcId="{B35531E5-97FF-46E4-B56A-D58F16470D1D}" destId="{73801C84-F79E-4A50-B589-7399EDC96C00}" srcOrd="6" destOrd="0" presId="urn:microsoft.com/office/officeart/2018/5/layout/IconCircleLabelList"/>
    <dgm:cxn modelId="{804ED7F6-D769-4209-B002-B81A9D07F10D}" type="presParOf" srcId="{73801C84-F79E-4A50-B589-7399EDC96C00}" destId="{9A3EF4D9-2C36-4429-8AC4-D5B7AD6A9471}" srcOrd="0" destOrd="0" presId="urn:microsoft.com/office/officeart/2018/5/layout/IconCircleLabelList"/>
    <dgm:cxn modelId="{10B8B1EA-E31E-471A-99BA-E78DD4228B7A}" type="presParOf" srcId="{73801C84-F79E-4A50-B589-7399EDC96C00}" destId="{9BA79F81-4DC7-4D43-B652-EB9D7DF4DAC0}" srcOrd="1" destOrd="0" presId="urn:microsoft.com/office/officeart/2018/5/layout/IconCircleLabelList"/>
    <dgm:cxn modelId="{616640D1-3DDE-4399-BA05-D68CEF6925AC}" type="presParOf" srcId="{73801C84-F79E-4A50-B589-7399EDC96C00}" destId="{715A2954-9527-45B0-8D44-85FC511FF58F}" srcOrd="2" destOrd="0" presId="urn:microsoft.com/office/officeart/2018/5/layout/IconCircleLabelList"/>
    <dgm:cxn modelId="{1C51407B-3AFD-45C0-A11D-0743896C13DC}" type="presParOf" srcId="{73801C84-F79E-4A50-B589-7399EDC96C00}" destId="{4576DDC2-4BD0-4BCB-BE4F-F4FEDB5943F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7D83E9E-D0D2-4E22-B7D6-22C779867086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4D4207CC-3048-4E08-A37E-E289D41A758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Data quality more important than model complexity</a:t>
          </a:r>
        </a:p>
      </dgm:t>
    </dgm:pt>
    <dgm:pt modelId="{B6EEA57A-E5EB-45D3-A481-34633696BA57}" type="parTrans" cxnId="{50D68B0F-CA6C-42B5-9111-C80F5D298326}">
      <dgm:prSet/>
      <dgm:spPr/>
      <dgm:t>
        <a:bodyPr/>
        <a:lstStyle/>
        <a:p>
          <a:endParaRPr lang="en-US"/>
        </a:p>
      </dgm:t>
    </dgm:pt>
    <dgm:pt modelId="{AC08EEA5-33F2-4908-BA22-0D167B3D38A8}" type="sibTrans" cxnId="{50D68B0F-CA6C-42B5-9111-C80F5D298326}">
      <dgm:prSet/>
      <dgm:spPr/>
      <dgm:t>
        <a:bodyPr/>
        <a:lstStyle/>
        <a:p>
          <a:endParaRPr lang="en-US"/>
        </a:p>
      </dgm:t>
    </dgm:pt>
    <dgm:pt modelId="{56E75934-44D8-4EE9-88AB-A53A04ED2F2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RF provides best balance</a:t>
          </a:r>
        </a:p>
      </dgm:t>
    </dgm:pt>
    <dgm:pt modelId="{804F0A0A-98A4-4E3A-934F-CCEAB827CD2F}" type="parTrans" cxnId="{232AE015-2AB2-45E4-8375-787862999AF0}">
      <dgm:prSet/>
      <dgm:spPr/>
      <dgm:t>
        <a:bodyPr/>
        <a:lstStyle/>
        <a:p>
          <a:endParaRPr lang="en-US"/>
        </a:p>
      </dgm:t>
    </dgm:pt>
    <dgm:pt modelId="{4FD06B1C-7D59-4BCB-A3A3-2527E1E39085}" type="sibTrans" cxnId="{232AE015-2AB2-45E4-8375-787862999AF0}">
      <dgm:prSet/>
      <dgm:spPr/>
      <dgm:t>
        <a:bodyPr/>
        <a:lstStyle/>
        <a:p>
          <a:endParaRPr lang="en-US"/>
        </a:p>
      </dgm:t>
    </dgm:pt>
    <dgm:pt modelId="{BBCFBA12-A7BC-4E8D-9A6A-DF12426209F1}" type="pres">
      <dgm:prSet presAssocID="{E7D83E9E-D0D2-4E22-B7D6-22C779867086}" presName="root" presStyleCnt="0">
        <dgm:presLayoutVars>
          <dgm:dir/>
          <dgm:resizeHandles val="exact"/>
        </dgm:presLayoutVars>
      </dgm:prSet>
      <dgm:spPr/>
    </dgm:pt>
    <dgm:pt modelId="{D191EE19-7A91-484A-85DD-66233A1A8FE4}" type="pres">
      <dgm:prSet presAssocID="{4D4207CC-3048-4E08-A37E-E289D41A758C}" presName="compNode" presStyleCnt="0"/>
      <dgm:spPr/>
    </dgm:pt>
    <dgm:pt modelId="{81DC3028-FA4C-4162-9DF8-9150C06E7B15}" type="pres">
      <dgm:prSet presAssocID="{4D4207CC-3048-4E08-A37E-E289D41A758C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20D66658-C741-4024-9F3B-E3890E4622F4}" type="pres">
      <dgm:prSet presAssocID="{4D4207CC-3048-4E08-A37E-E289D41A758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6791D43-C5B3-4527-A1CD-C33C8E135E2D}" type="pres">
      <dgm:prSet presAssocID="{4D4207CC-3048-4E08-A37E-E289D41A758C}" presName="spaceRect" presStyleCnt="0"/>
      <dgm:spPr/>
    </dgm:pt>
    <dgm:pt modelId="{FBB86AB3-0035-4491-9F20-5E75F817CC75}" type="pres">
      <dgm:prSet presAssocID="{4D4207CC-3048-4E08-A37E-E289D41A758C}" presName="textRect" presStyleLbl="revTx" presStyleIdx="0" presStyleCnt="2">
        <dgm:presLayoutVars>
          <dgm:chMax val="1"/>
          <dgm:chPref val="1"/>
        </dgm:presLayoutVars>
      </dgm:prSet>
      <dgm:spPr/>
    </dgm:pt>
    <dgm:pt modelId="{98039DE4-AFB6-4BE7-A290-3F4EC313546B}" type="pres">
      <dgm:prSet presAssocID="{AC08EEA5-33F2-4908-BA22-0D167B3D38A8}" presName="sibTrans" presStyleCnt="0"/>
      <dgm:spPr/>
    </dgm:pt>
    <dgm:pt modelId="{4763B441-E42F-4AC0-8CD6-701481735297}" type="pres">
      <dgm:prSet presAssocID="{56E75934-44D8-4EE9-88AB-A53A04ED2F27}" presName="compNode" presStyleCnt="0"/>
      <dgm:spPr/>
    </dgm:pt>
    <dgm:pt modelId="{68BFBA0E-15E4-4816-9466-B4DFFD3E163F}" type="pres">
      <dgm:prSet presAssocID="{56E75934-44D8-4EE9-88AB-A53A04ED2F27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4EC5635C-F990-4C44-A18A-56DB7A203C4D}" type="pres">
      <dgm:prSet presAssocID="{56E75934-44D8-4EE9-88AB-A53A04ED2F2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D872299C-CEE6-4212-BA1B-DACC76E823F8}" type="pres">
      <dgm:prSet presAssocID="{56E75934-44D8-4EE9-88AB-A53A04ED2F27}" presName="spaceRect" presStyleCnt="0"/>
      <dgm:spPr/>
    </dgm:pt>
    <dgm:pt modelId="{1C86835C-5D2E-400F-B45C-B0286F1520DD}" type="pres">
      <dgm:prSet presAssocID="{56E75934-44D8-4EE9-88AB-A53A04ED2F2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0D68B0F-CA6C-42B5-9111-C80F5D298326}" srcId="{E7D83E9E-D0D2-4E22-B7D6-22C779867086}" destId="{4D4207CC-3048-4E08-A37E-E289D41A758C}" srcOrd="0" destOrd="0" parTransId="{B6EEA57A-E5EB-45D3-A481-34633696BA57}" sibTransId="{AC08EEA5-33F2-4908-BA22-0D167B3D38A8}"/>
    <dgm:cxn modelId="{232AE015-2AB2-45E4-8375-787862999AF0}" srcId="{E7D83E9E-D0D2-4E22-B7D6-22C779867086}" destId="{56E75934-44D8-4EE9-88AB-A53A04ED2F27}" srcOrd="1" destOrd="0" parTransId="{804F0A0A-98A4-4E3A-934F-CCEAB827CD2F}" sibTransId="{4FD06B1C-7D59-4BCB-A3A3-2527E1E39085}"/>
    <dgm:cxn modelId="{D7048744-F852-4ABF-A80E-4FECC1FDCB53}" type="presOf" srcId="{E7D83E9E-D0D2-4E22-B7D6-22C779867086}" destId="{BBCFBA12-A7BC-4E8D-9A6A-DF12426209F1}" srcOrd="0" destOrd="0" presId="urn:microsoft.com/office/officeart/2018/5/layout/IconLeafLabelList"/>
    <dgm:cxn modelId="{57C0DF89-A02E-43CD-B87F-18DA0C2148CA}" type="presOf" srcId="{4D4207CC-3048-4E08-A37E-E289D41A758C}" destId="{FBB86AB3-0035-4491-9F20-5E75F817CC75}" srcOrd="0" destOrd="0" presId="urn:microsoft.com/office/officeart/2018/5/layout/IconLeafLabelList"/>
    <dgm:cxn modelId="{A2D46FCE-8F22-435C-B575-A6D1160F403C}" type="presOf" srcId="{56E75934-44D8-4EE9-88AB-A53A04ED2F27}" destId="{1C86835C-5D2E-400F-B45C-B0286F1520DD}" srcOrd="0" destOrd="0" presId="urn:microsoft.com/office/officeart/2018/5/layout/IconLeafLabelList"/>
    <dgm:cxn modelId="{10CF2ACC-103F-49D1-9175-0CE65541D5F1}" type="presParOf" srcId="{BBCFBA12-A7BC-4E8D-9A6A-DF12426209F1}" destId="{D191EE19-7A91-484A-85DD-66233A1A8FE4}" srcOrd="0" destOrd="0" presId="urn:microsoft.com/office/officeart/2018/5/layout/IconLeafLabelList"/>
    <dgm:cxn modelId="{BC1E0280-DBA8-4E7C-82C8-76A79D4D919C}" type="presParOf" srcId="{D191EE19-7A91-484A-85DD-66233A1A8FE4}" destId="{81DC3028-FA4C-4162-9DF8-9150C06E7B15}" srcOrd="0" destOrd="0" presId="urn:microsoft.com/office/officeart/2018/5/layout/IconLeafLabelList"/>
    <dgm:cxn modelId="{846829D7-1ADA-4FBB-B933-4A1C39B18F44}" type="presParOf" srcId="{D191EE19-7A91-484A-85DD-66233A1A8FE4}" destId="{20D66658-C741-4024-9F3B-E3890E4622F4}" srcOrd="1" destOrd="0" presId="urn:microsoft.com/office/officeart/2018/5/layout/IconLeafLabelList"/>
    <dgm:cxn modelId="{14667512-C232-4806-B70C-2D494B0C0656}" type="presParOf" srcId="{D191EE19-7A91-484A-85DD-66233A1A8FE4}" destId="{D6791D43-C5B3-4527-A1CD-C33C8E135E2D}" srcOrd="2" destOrd="0" presId="urn:microsoft.com/office/officeart/2018/5/layout/IconLeafLabelList"/>
    <dgm:cxn modelId="{25E78517-C34B-4D56-BC50-63376DA40CF9}" type="presParOf" srcId="{D191EE19-7A91-484A-85DD-66233A1A8FE4}" destId="{FBB86AB3-0035-4491-9F20-5E75F817CC75}" srcOrd="3" destOrd="0" presId="urn:microsoft.com/office/officeart/2018/5/layout/IconLeafLabelList"/>
    <dgm:cxn modelId="{DBE933E2-9991-41C8-A883-CBF875531E96}" type="presParOf" srcId="{BBCFBA12-A7BC-4E8D-9A6A-DF12426209F1}" destId="{98039DE4-AFB6-4BE7-A290-3F4EC313546B}" srcOrd="1" destOrd="0" presId="urn:microsoft.com/office/officeart/2018/5/layout/IconLeafLabelList"/>
    <dgm:cxn modelId="{FDED210A-FC21-4C01-BAE9-C615AFF094F5}" type="presParOf" srcId="{BBCFBA12-A7BC-4E8D-9A6A-DF12426209F1}" destId="{4763B441-E42F-4AC0-8CD6-701481735297}" srcOrd="2" destOrd="0" presId="urn:microsoft.com/office/officeart/2018/5/layout/IconLeafLabelList"/>
    <dgm:cxn modelId="{CE0FED21-D135-477E-9BE7-31623D987947}" type="presParOf" srcId="{4763B441-E42F-4AC0-8CD6-701481735297}" destId="{68BFBA0E-15E4-4816-9466-B4DFFD3E163F}" srcOrd="0" destOrd="0" presId="urn:microsoft.com/office/officeart/2018/5/layout/IconLeafLabelList"/>
    <dgm:cxn modelId="{7F860008-643B-4BDD-B9CB-E84EA6569178}" type="presParOf" srcId="{4763B441-E42F-4AC0-8CD6-701481735297}" destId="{4EC5635C-F990-4C44-A18A-56DB7A203C4D}" srcOrd="1" destOrd="0" presId="urn:microsoft.com/office/officeart/2018/5/layout/IconLeafLabelList"/>
    <dgm:cxn modelId="{CA5AFED8-060D-4C66-BBA1-861B3F783E05}" type="presParOf" srcId="{4763B441-E42F-4AC0-8CD6-701481735297}" destId="{D872299C-CEE6-4212-BA1B-DACC76E823F8}" srcOrd="2" destOrd="0" presId="urn:microsoft.com/office/officeart/2018/5/layout/IconLeafLabelList"/>
    <dgm:cxn modelId="{327789D7-9542-4481-8BA5-9C4BEA8F252E}" type="presParOf" srcId="{4763B441-E42F-4AC0-8CD6-701481735297}" destId="{1C86835C-5D2E-400F-B45C-B0286F1520D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4ADDCD6-F66D-4D0E-AFDD-2628CB5560F7}" type="doc">
      <dgm:prSet loTypeId="urn:microsoft.com/office/officeart/2005/8/layout/hierarchy3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C82B6C4-457A-42CA-9F80-831B98CDB6B6}">
      <dgm:prSet/>
      <dgm:spPr/>
      <dgm:t>
        <a:bodyPr/>
        <a:lstStyle/>
        <a:p>
          <a:r>
            <a:rPr lang="en-US"/>
            <a:t>• Add neighborhood &amp; living area data</a:t>
          </a:r>
        </a:p>
      </dgm:t>
    </dgm:pt>
    <dgm:pt modelId="{0CE0923C-3CB7-425D-863F-E49270217917}" type="parTrans" cxnId="{528094B3-72E4-4A18-B8B3-CA4E80DE7AB4}">
      <dgm:prSet/>
      <dgm:spPr/>
      <dgm:t>
        <a:bodyPr/>
        <a:lstStyle/>
        <a:p>
          <a:endParaRPr lang="en-US"/>
        </a:p>
      </dgm:t>
    </dgm:pt>
    <dgm:pt modelId="{F6C2040E-3B41-4D80-877A-595A20F2D0D6}" type="sibTrans" cxnId="{528094B3-72E4-4A18-B8B3-CA4E80DE7AB4}">
      <dgm:prSet/>
      <dgm:spPr/>
      <dgm:t>
        <a:bodyPr/>
        <a:lstStyle/>
        <a:p>
          <a:endParaRPr lang="en-US"/>
        </a:p>
      </dgm:t>
    </dgm:pt>
    <dgm:pt modelId="{1F05BB1F-7530-4096-910E-6648CD93632A}">
      <dgm:prSet/>
      <dgm:spPr/>
      <dgm:t>
        <a:bodyPr/>
        <a:lstStyle/>
        <a:p>
          <a:r>
            <a:rPr lang="en-US"/>
            <a:t>• Try XGBoost</a:t>
          </a:r>
        </a:p>
      </dgm:t>
    </dgm:pt>
    <dgm:pt modelId="{3ED7710A-0276-41CD-BC21-431CC91C0BDC}" type="parTrans" cxnId="{D9EC3E0A-4C6C-47B1-89C6-DBAB79CB0E29}">
      <dgm:prSet/>
      <dgm:spPr/>
      <dgm:t>
        <a:bodyPr/>
        <a:lstStyle/>
        <a:p>
          <a:endParaRPr lang="en-US"/>
        </a:p>
      </dgm:t>
    </dgm:pt>
    <dgm:pt modelId="{0EDA8445-D407-460E-84D8-61990CF6AE09}" type="sibTrans" cxnId="{D9EC3E0A-4C6C-47B1-89C6-DBAB79CB0E29}">
      <dgm:prSet/>
      <dgm:spPr/>
      <dgm:t>
        <a:bodyPr/>
        <a:lstStyle/>
        <a:p>
          <a:endParaRPr lang="en-US"/>
        </a:p>
      </dgm:t>
    </dgm:pt>
    <dgm:pt modelId="{1DBA7871-7AEC-4C9A-B5A6-40EF3AED870E}">
      <dgm:prSet/>
      <dgm:spPr/>
      <dgm:t>
        <a:bodyPr/>
        <a:lstStyle/>
        <a:p>
          <a:r>
            <a:rPr lang="en-US"/>
            <a:t>• Deploy as web app</a:t>
          </a:r>
        </a:p>
      </dgm:t>
    </dgm:pt>
    <dgm:pt modelId="{03EB957E-8364-462F-BE8E-64F7CA619456}" type="parTrans" cxnId="{F53FE6E4-B02D-4B38-8C11-0D7CD216D84E}">
      <dgm:prSet/>
      <dgm:spPr/>
      <dgm:t>
        <a:bodyPr/>
        <a:lstStyle/>
        <a:p>
          <a:endParaRPr lang="en-US"/>
        </a:p>
      </dgm:t>
    </dgm:pt>
    <dgm:pt modelId="{17AC14DA-D297-4B29-BE7A-2B1E6AF5B9E2}" type="sibTrans" cxnId="{F53FE6E4-B02D-4B38-8C11-0D7CD216D84E}">
      <dgm:prSet/>
      <dgm:spPr/>
      <dgm:t>
        <a:bodyPr/>
        <a:lstStyle/>
        <a:p>
          <a:endParaRPr lang="en-US"/>
        </a:p>
      </dgm:t>
    </dgm:pt>
    <dgm:pt modelId="{C162DF01-2DEC-46F8-9BB4-7B5112518E5E}" type="pres">
      <dgm:prSet presAssocID="{04ADDCD6-F66D-4D0E-AFDD-2628CB5560F7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5A58AB0-85C2-4F5E-9649-F3133A439814}" type="pres">
      <dgm:prSet presAssocID="{BC82B6C4-457A-42CA-9F80-831B98CDB6B6}" presName="root" presStyleCnt="0"/>
      <dgm:spPr/>
    </dgm:pt>
    <dgm:pt modelId="{7EBEBC30-2AEC-4EE0-A49E-BB47AAEF30C5}" type="pres">
      <dgm:prSet presAssocID="{BC82B6C4-457A-42CA-9F80-831B98CDB6B6}" presName="rootComposite" presStyleCnt="0"/>
      <dgm:spPr/>
    </dgm:pt>
    <dgm:pt modelId="{2E7E570B-D4A8-4032-A1CB-AC69FB14768A}" type="pres">
      <dgm:prSet presAssocID="{BC82B6C4-457A-42CA-9F80-831B98CDB6B6}" presName="rootText" presStyleLbl="node1" presStyleIdx="0" presStyleCnt="3"/>
      <dgm:spPr/>
    </dgm:pt>
    <dgm:pt modelId="{F1F4892E-DCA9-4884-86B8-9EA760BEFBA2}" type="pres">
      <dgm:prSet presAssocID="{BC82B6C4-457A-42CA-9F80-831B98CDB6B6}" presName="rootConnector" presStyleLbl="node1" presStyleIdx="0" presStyleCnt="3"/>
      <dgm:spPr/>
    </dgm:pt>
    <dgm:pt modelId="{A4E9442E-2A23-4782-A648-DBB246B0F444}" type="pres">
      <dgm:prSet presAssocID="{BC82B6C4-457A-42CA-9F80-831B98CDB6B6}" presName="childShape" presStyleCnt="0"/>
      <dgm:spPr/>
    </dgm:pt>
    <dgm:pt modelId="{0FC06294-B754-478D-8B0A-E3551F6B6305}" type="pres">
      <dgm:prSet presAssocID="{1F05BB1F-7530-4096-910E-6648CD93632A}" presName="root" presStyleCnt="0"/>
      <dgm:spPr/>
    </dgm:pt>
    <dgm:pt modelId="{10A66DEE-C3DF-4E02-B250-3A46238C2794}" type="pres">
      <dgm:prSet presAssocID="{1F05BB1F-7530-4096-910E-6648CD93632A}" presName="rootComposite" presStyleCnt="0"/>
      <dgm:spPr/>
    </dgm:pt>
    <dgm:pt modelId="{44635C87-E82B-4DC3-940C-7BF4B7941B73}" type="pres">
      <dgm:prSet presAssocID="{1F05BB1F-7530-4096-910E-6648CD93632A}" presName="rootText" presStyleLbl="node1" presStyleIdx="1" presStyleCnt="3"/>
      <dgm:spPr/>
    </dgm:pt>
    <dgm:pt modelId="{BE81B141-D9A3-4019-AC5B-702348BB7B71}" type="pres">
      <dgm:prSet presAssocID="{1F05BB1F-7530-4096-910E-6648CD93632A}" presName="rootConnector" presStyleLbl="node1" presStyleIdx="1" presStyleCnt="3"/>
      <dgm:spPr/>
    </dgm:pt>
    <dgm:pt modelId="{98168C5A-EA1D-4AE5-8E4A-511C2CC78E59}" type="pres">
      <dgm:prSet presAssocID="{1F05BB1F-7530-4096-910E-6648CD93632A}" presName="childShape" presStyleCnt="0"/>
      <dgm:spPr/>
    </dgm:pt>
    <dgm:pt modelId="{E52E7E36-D301-422C-874D-399223144C5C}" type="pres">
      <dgm:prSet presAssocID="{1DBA7871-7AEC-4C9A-B5A6-40EF3AED870E}" presName="root" presStyleCnt="0"/>
      <dgm:spPr/>
    </dgm:pt>
    <dgm:pt modelId="{FDA70BE6-AC7F-4E9C-B9CA-63E5D26C052B}" type="pres">
      <dgm:prSet presAssocID="{1DBA7871-7AEC-4C9A-B5A6-40EF3AED870E}" presName="rootComposite" presStyleCnt="0"/>
      <dgm:spPr/>
    </dgm:pt>
    <dgm:pt modelId="{0C81FFF6-FB09-4247-BEDE-FD79DAB0F14E}" type="pres">
      <dgm:prSet presAssocID="{1DBA7871-7AEC-4C9A-B5A6-40EF3AED870E}" presName="rootText" presStyleLbl="node1" presStyleIdx="2" presStyleCnt="3"/>
      <dgm:spPr/>
    </dgm:pt>
    <dgm:pt modelId="{79E58B89-AE15-44ED-8564-944ADFE5B13F}" type="pres">
      <dgm:prSet presAssocID="{1DBA7871-7AEC-4C9A-B5A6-40EF3AED870E}" presName="rootConnector" presStyleLbl="node1" presStyleIdx="2" presStyleCnt="3"/>
      <dgm:spPr/>
    </dgm:pt>
    <dgm:pt modelId="{00A57012-19DA-4242-93FB-60DC59B5719A}" type="pres">
      <dgm:prSet presAssocID="{1DBA7871-7AEC-4C9A-B5A6-40EF3AED870E}" presName="childShape" presStyleCnt="0"/>
      <dgm:spPr/>
    </dgm:pt>
  </dgm:ptLst>
  <dgm:cxnLst>
    <dgm:cxn modelId="{D9EC3E0A-4C6C-47B1-89C6-DBAB79CB0E29}" srcId="{04ADDCD6-F66D-4D0E-AFDD-2628CB5560F7}" destId="{1F05BB1F-7530-4096-910E-6648CD93632A}" srcOrd="1" destOrd="0" parTransId="{3ED7710A-0276-41CD-BC21-431CC91C0BDC}" sibTransId="{0EDA8445-D407-460E-84D8-61990CF6AE09}"/>
    <dgm:cxn modelId="{37E11D12-0E91-4C47-BC8C-43FDA6536C63}" type="presOf" srcId="{1F05BB1F-7530-4096-910E-6648CD93632A}" destId="{BE81B141-D9A3-4019-AC5B-702348BB7B71}" srcOrd="1" destOrd="0" presId="urn:microsoft.com/office/officeart/2005/8/layout/hierarchy3"/>
    <dgm:cxn modelId="{0509613D-FAAE-48F7-B6E3-9D35012E82DB}" type="presOf" srcId="{BC82B6C4-457A-42CA-9F80-831B98CDB6B6}" destId="{2E7E570B-D4A8-4032-A1CB-AC69FB14768A}" srcOrd="0" destOrd="0" presId="urn:microsoft.com/office/officeart/2005/8/layout/hierarchy3"/>
    <dgm:cxn modelId="{ECD8EF3D-75EE-40DB-B0E3-BFDE2CB4669D}" type="presOf" srcId="{04ADDCD6-F66D-4D0E-AFDD-2628CB5560F7}" destId="{C162DF01-2DEC-46F8-9BB4-7B5112518E5E}" srcOrd="0" destOrd="0" presId="urn:microsoft.com/office/officeart/2005/8/layout/hierarchy3"/>
    <dgm:cxn modelId="{71195A56-3AF2-4B65-B0BC-E570AAF52015}" type="presOf" srcId="{1DBA7871-7AEC-4C9A-B5A6-40EF3AED870E}" destId="{0C81FFF6-FB09-4247-BEDE-FD79DAB0F14E}" srcOrd="0" destOrd="0" presId="urn:microsoft.com/office/officeart/2005/8/layout/hierarchy3"/>
    <dgm:cxn modelId="{462AFDAF-881F-4580-AF76-B23C75F4ADA3}" type="presOf" srcId="{BC82B6C4-457A-42CA-9F80-831B98CDB6B6}" destId="{F1F4892E-DCA9-4884-86B8-9EA760BEFBA2}" srcOrd="1" destOrd="0" presId="urn:microsoft.com/office/officeart/2005/8/layout/hierarchy3"/>
    <dgm:cxn modelId="{528094B3-72E4-4A18-B8B3-CA4E80DE7AB4}" srcId="{04ADDCD6-F66D-4D0E-AFDD-2628CB5560F7}" destId="{BC82B6C4-457A-42CA-9F80-831B98CDB6B6}" srcOrd="0" destOrd="0" parTransId="{0CE0923C-3CB7-425D-863F-E49270217917}" sibTransId="{F6C2040E-3B41-4D80-877A-595A20F2D0D6}"/>
    <dgm:cxn modelId="{E3B253BD-4EB9-4BEF-A021-BC3790F84E69}" type="presOf" srcId="{1DBA7871-7AEC-4C9A-B5A6-40EF3AED870E}" destId="{79E58B89-AE15-44ED-8564-944ADFE5B13F}" srcOrd="1" destOrd="0" presId="urn:microsoft.com/office/officeart/2005/8/layout/hierarchy3"/>
    <dgm:cxn modelId="{F53FE6E4-B02D-4B38-8C11-0D7CD216D84E}" srcId="{04ADDCD6-F66D-4D0E-AFDD-2628CB5560F7}" destId="{1DBA7871-7AEC-4C9A-B5A6-40EF3AED870E}" srcOrd="2" destOrd="0" parTransId="{03EB957E-8364-462F-BE8E-64F7CA619456}" sibTransId="{17AC14DA-D297-4B29-BE7A-2B1E6AF5B9E2}"/>
    <dgm:cxn modelId="{665AE8EC-FFCF-4D98-A656-C1AC98A5E574}" type="presOf" srcId="{1F05BB1F-7530-4096-910E-6648CD93632A}" destId="{44635C87-E82B-4DC3-940C-7BF4B7941B73}" srcOrd="0" destOrd="0" presId="urn:microsoft.com/office/officeart/2005/8/layout/hierarchy3"/>
    <dgm:cxn modelId="{434D54D1-113A-4C3A-ADA9-E7F23F791EAF}" type="presParOf" srcId="{C162DF01-2DEC-46F8-9BB4-7B5112518E5E}" destId="{05A58AB0-85C2-4F5E-9649-F3133A439814}" srcOrd="0" destOrd="0" presId="urn:microsoft.com/office/officeart/2005/8/layout/hierarchy3"/>
    <dgm:cxn modelId="{FEE7BEB4-57EC-43C7-9160-5573A0EC00AD}" type="presParOf" srcId="{05A58AB0-85C2-4F5E-9649-F3133A439814}" destId="{7EBEBC30-2AEC-4EE0-A49E-BB47AAEF30C5}" srcOrd="0" destOrd="0" presId="urn:microsoft.com/office/officeart/2005/8/layout/hierarchy3"/>
    <dgm:cxn modelId="{2CF30773-141B-4F9D-9F22-5796746F3B26}" type="presParOf" srcId="{7EBEBC30-2AEC-4EE0-A49E-BB47AAEF30C5}" destId="{2E7E570B-D4A8-4032-A1CB-AC69FB14768A}" srcOrd="0" destOrd="0" presId="urn:microsoft.com/office/officeart/2005/8/layout/hierarchy3"/>
    <dgm:cxn modelId="{5C398BAE-E395-4D67-88FD-FFBFA351454B}" type="presParOf" srcId="{7EBEBC30-2AEC-4EE0-A49E-BB47AAEF30C5}" destId="{F1F4892E-DCA9-4884-86B8-9EA760BEFBA2}" srcOrd="1" destOrd="0" presId="urn:microsoft.com/office/officeart/2005/8/layout/hierarchy3"/>
    <dgm:cxn modelId="{5A3FBA2F-3208-4F61-A290-64862AF88CF4}" type="presParOf" srcId="{05A58AB0-85C2-4F5E-9649-F3133A439814}" destId="{A4E9442E-2A23-4782-A648-DBB246B0F444}" srcOrd="1" destOrd="0" presId="urn:microsoft.com/office/officeart/2005/8/layout/hierarchy3"/>
    <dgm:cxn modelId="{26D46CCC-8B01-4735-ADB0-62BD70999726}" type="presParOf" srcId="{C162DF01-2DEC-46F8-9BB4-7B5112518E5E}" destId="{0FC06294-B754-478D-8B0A-E3551F6B6305}" srcOrd="1" destOrd="0" presId="urn:microsoft.com/office/officeart/2005/8/layout/hierarchy3"/>
    <dgm:cxn modelId="{D95C9D0B-7E60-49CF-AF4C-6AD9AFA1EDFF}" type="presParOf" srcId="{0FC06294-B754-478D-8B0A-E3551F6B6305}" destId="{10A66DEE-C3DF-4E02-B250-3A46238C2794}" srcOrd="0" destOrd="0" presId="urn:microsoft.com/office/officeart/2005/8/layout/hierarchy3"/>
    <dgm:cxn modelId="{B67B9190-55E3-4AB1-B792-4854E53FA8BA}" type="presParOf" srcId="{10A66DEE-C3DF-4E02-B250-3A46238C2794}" destId="{44635C87-E82B-4DC3-940C-7BF4B7941B73}" srcOrd="0" destOrd="0" presId="urn:microsoft.com/office/officeart/2005/8/layout/hierarchy3"/>
    <dgm:cxn modelId="{BB9504D5-024E-4F60-92E1-5AB5C67C1CCA}" type="presParOf" srcId="{10A66DEE-C3DF-4E02-B250-3A46238C2794}" destId="{BE81B141-D9A3-4019-AC5B-702348BB7B71}" srcOrd="1" destOrd="0" presId="urn:microsoft.com/office/officeart/2005/8/layout/hierarchy3"/>
    <dgm:cxn modelId="{B3FE00DD-8A1A-4170-BBCB-55F659384A4E}" type="presParOf" srcId="{0FC06294-B754-478D-8B0A-E3551F6B6305}" destId="{98168C5A-EA1D-4AE5-8E4A-511C2CC78E59}" srcOrd="1" destOrd="0" presId="urn:microsoft.com/office/officeart/2005/8/layout/hierarchy3"/>
    <dgm:cxn modelId="{C2D12B63-A373-456D-96D7-030450DAD2EC}" type="presParOf" srcId="{C162DF01-2DEC-46F8-9BB4-7B5112518E5E}" destId="{E52E7E36-D301-422C-874D-399223144C5C}" srcOrd="2" destOrd="0" presId="urn:microsoft.com/office/officeart/2005/8/layout/hierarchy3"/>
    <dgm:cxn modelId="{1FF5102D-2625-4A8C-9777-A0271BF72755}" type="presParOf" srcId="{E52E7E36-D301-422C-874D-399223144C5C}" destId="{FDA70BE6-AC7F-4E9C-B9CA-63E5D26C052B}" srcOrd="0" destOrd="0" presId="urn:microsoft.com/office/officeart/2005/8/layout/hierarchy3"/>
    <dgm:cxn modelId="{86A29829-0D3B-4AA5-8663-4C026444AAD5}" type="presParOf" srcId="{FDA70BE6-AC7F-4E9C-B9CA-63E5D26C052B}" destId="{0C81FFF6-FB09-4247-BEDE-FD79DAB0F14E}" srcOrd="0" destOrd="0" presId="urn:microsoft.com/office/officeart/2005/8/layout/hierarchy3"/>
    <dgm:cxn modelId="{06763857-025B-4B82-A106-93D2C67BCE91}" type="presParOf" srcId="{FDA70BE6-AC7F-4E9C-B9CA-63E5D26C052B}" destId="{79E58B89-AE15-44ED-8564-944ADFE5B13F}" srcOrd="1" destOrd="0" presId="urn:microsoft.com/office/officeart/2005/8/layout/hierarchy3"/>
    <dgm:cxn modelId="{C69D3C59-99BE-443B-96CD-F077B7DDD712}" type="presParOf" srcId="{E52E7E36-D301-422C-874D-399223144C5C}" destId="{00A57012-19DA-4242-93FB-60DC59B5719A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B436A4-80EC-4EA6-AE40-393DCB9CE4E2}">
      <dsp:nvSpPr>
        <dsp:cNvPr id="0" name=""/>
        <dsp:cNvSpPr/>
      </dsp:nvSpPr>
      <dsp:spPr>
        <a:xfrm>
          <a:off x="0" y="1113507"/>
          <a:ext cx="4683949" cy="63560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Student: </a:t>
          </a:r>
          <a:r>
            <a:rPr lang="en-US" sz="1600" kern="1200"/>
            <a:t>Neelam Pandey</a:t>
          </a:r>
        </a:p>
      </dsp:txBody>
      <dsp:txXfrm>
        <a:off x="31028" y="1144535"/>
        <a:ext cx="4621893" cy="573546"/>
      </dsp:txXfrm>
    </dsp:sp>
    <dsp:sp modelId="{159489DF-BFAE-430A-8C52-26F3938EC4D7}">
      <dsp:nvSpPr>
        <dsp:cNvPr id="0" name=""/>
        <dsp:cNvSpPr/>
      </dsp:nvSpPr>
      <dsp:spPr>
        <a:xfrm>
          <a:off x="0" y="1795189"/>
          <a:ext cx="4683949" cy="63560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Project: </a:t>
          </a:r>
          <a:r>
            <a:rPr lang="en-US" sz="1600" kern="1200"/>
            <a:t>Capstone Two – Data Science</a:t>
          </a:r>
        </a:p>
      </dsp:txBody>
      <dsp:txXfrm>
        <a:off x="31028" y="1826217"/>
        <a:ext cx="4621893" cy="573546"/>
      </dsp:txXfrm>
    </dsp:sp>
    <dsp:sp modelId="{0027ED32-0F5E-4928-8D4D-7DE3B9B4A58D}">
      <dsp:nvSpPr>
        <dsp:cNvPr id="0" name=""/>
        <dsp:cNvSpPr/>
      </dsp:nvSpPr>
      <dsp:spPr>
        <a:xfrm>
          <a:off x="0" y="2476872"/>
          <a:ext cx="4683949" cy="63560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Mentor: </a:t>
          </a:r>
          <a:r>
            <a:rPr lang="en-US" sz="1600" kern="1200"/>
            <a:t>Himanshu Agarwal</a:t>
          </a:r>
        </a:p>
      </dsp:txBody>
      <dsp:txXfrm>
        <a:off x="31028" y="2507900"/>
        <a:ext cx="4621893" cy="573546"/>
      </dsp:txXfrm>
    </dsp:sp>
    <dsp:sp modelId="{4CA26194-F4B0-40B6-8D87-A7583668DC8C}">
      <dsp:nvSpPr>
        <dsp:cNvPr id="0" name=""/>
        <dsp:cNvSpPr/>
      </dsp:nvSpPr>
      <dsp:spPr>
        <a:xfrm>
          <a:off x="0" y="3158554"/>
          <a:ext cx="4683949" cy="63560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Date: </a:t>
          </a:r>
          <a:r>
            <a:rPr lang="en-US" sz="1600" kern="1200"/>
            <a:t>January 2026</a:t>
          </a:r>
        </a:p>
      </dsp:txBody>
      <dsp:txXfrm>
        <a:off x="31028" y="3189582"/>
        <a:ext cx="4621893" cy="573546"/>
      </dsp:txXfrm>
    </dsp:sp>
    <dsp:sp modelId="{D2410FC0-37B5-49E4-9103-1847F54DF864}">
      <dsp:nvSpPr>
        <dsp:cNvPr id="0" name=""/>
        <dsp:cNvSpPr/>
      </dsp:nvSpPr>
      <dsp:spPr>
        <a:xfrm>
          <a:off x="0" y="3840237"/>
          <a:ext cx="4683949" cy="635602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GitHub: </a:t>
          </a:r>
          <a:r>
            <a:rPr lang="en-US" sz="1600" kern="1200">
              <a:hlinkClick xmlns:r="http://schemas.openxmlformats.org/officeDocument/2006/relationships" r:id="rId1"/>
            </a:rPr>
            <a:t>https://github.com/npandey472/CapstoneTwoProject</a:t>
          </a:r>
          <a:endParaRPr lang="en-US" sz="1600" kern="1200"/>
        </a:p>
      </dsp:txBody>
      <dsp:txXfrm>
        <a:off x="31028" y="3871265"/>
        <a:ext cx="4621893" cy="5735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19BDEA-A313-435A-9099-025F6E89D29C}">
      <dsp:nvSpPr>
        <dsp:cNvPr id="0" name=""/>
        <dsp:cNvSpPr/>
      </dsp:nvSpPr>
      <dsp:spPr>
        <a:xfrm>
          <a:off x="0" y="1376130"/>
          <a:ext cx="5175384" cy="478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C9DA80-5934-4074-A589-45F8A6C6245D}">
      <dsp:nvSpPr>
        <dsp:cNvPr id="0" name=""/>
        <dsp:cNvSpPr/>
      </dsp:nvSpPr>
      <dsp:spPr>
        <a:xfrm>
          <a:off x="258769" y="1095690"/>
          <a:ext cx="3622768" cy="5608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Predict housing prices using ML</a:t>
          </a:r>
        </a:p>
      </dsp:txBody>
      <dsp:txXfrm>
        <a:off x="286149" y="1123070"/>
        <a:ext cx="3568008" cy="506120"/>
      </dsp:txXfrm>
    </dsp:sp>
    <dsp:sp modelId="{CA225177-4B3B-49EC-B562-620053BF4251}">
      <dsp:nvSpPr>
        <dsp:cNvPr id="0" name=""/>
        <dsp:cNvSpPr/>
      </dsp:nvSpPr>
      <dsp:spPr>
        <a:xfrm>
          <a:off x="0" y="2237970"/>
          <a:ext cx="5175384" cy="478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368DA3-1912-48BF-8CAA-FBF5C1B1C848}">
      <dsp:nvSpPr>
        <dsp:cNvPr id="0" name=""/>
        <dsp:cNvSpPr/>
      </dsp:nvSpPr>
      <dsp:spPr>
        <a:xfrm>
          <a:off x="258769" y="1957530"/>
          <a:ext cx="3622768" cy="5608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Complete ML workflow</a:t>
          </a:r>
        </a:p>
      </dsp:txBody>
      <dsp:txXfrm>
        <a:off x="286149" y="1984910"/>
        <a:ext cx="3568008" cy="506120"/>
      </dsp:txXfrm>
    </dsp:sp>
    <dsp:sp modelId="{C28C5811-3D41-4F63-80D7-DDC4D89B8D5B}">
      <dsp:nvSpPr>
        <dsp:cNvPr id="0" name=""/>
        <dsp:cNvSpPr/>
      </dsp:nvSpPr>
      <dsp:spPr>
        <a:xfrm>
          <a:off x="0" y="3099810"/>
          <a:ext cx="5175384" cy="478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92B2D2-D0E1-4A25-9B4A-249588570350}">
      <dsp:nvSpPr>
        <dsp:cNvPr id="0" name=""/>
        <dsp:cNvSpPr/>
      </dsp:nvSpPr>
      <dsp:spPr>
        <a:xfrm>
          <a:off x="258769" y="2819370"/>
          <a:ext cx="3622768" cy="5608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Multiple regression models</a:t>
          </a:r>
        </a:p>
      </dsp:txBody>
      <dsp:txXfrm>
        <a:off x="286149" y="2846750"/>
        <a:ext cx="3568008" cy="506120"/>
      </dsp:txXfrm>
    </dsp:sp>
    <dsp:sp modelId="{3AB4A430-880B-44FD-B78F-2D2F146B6D5D}">
      <dsp:nvSpPr>
        <dsp:cNvPr id="0" name=""/>
        <dsp:cNvSpPr/>
      </dsp:nvSpPr>
      <dsp:spPr>
        <a:xfrm>
          <a:off x="0" y="3961650"/>
          <a:ext cx="5175384" cy="478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6D3B65-D0F5-4600-8D3F-E0CFECFE3CC7}">
      <dsp:nvSpPr>
        <dsp:cNvPr id="0" name=""/>
        <dsp:cNvSpPr/>
      </dsp:nvSpPr>
      <dsp:spPr>
        <a:xfrm>
          <a:off x="258769" y="3681210"/>
          <a:ext cx="3622768" cy="5608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Random Forest selected</a:t>
          </a:r>
        </a:p>
      </dsp:txBody>
      <dsp:txXfrm>
        <a:off x="286149" y="3708590"/>
        <a:ext cx="3568008" cy="5061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67B12A-DABE-49F9-B4A7-08B4685F2B5D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1B04E1-C390-40DE-B763-8DC05D98F374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71A502-0DC2-4B0C-8527-40FADDCC76AC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</a:t>
          </a:r>
          <a:r>
            <a:rPr lang="en-US" sz="1800" b="1" kern="1200"/>
            <a:t>Target Variable: </a:t>
          </a:r>
          <a:r>
            <a:rPr lang="en-US" sz="1800" kern="1200"/>
            <a:t>SalePrice</a:t>
          </a:r>
        </a:p>
      </dsp:txBody>
      <dsp:txXfrm>
        <a:off x="46529" y="2703902"/>
        <a:ext cx="2418750" cy="720000"/>
      </dsp:txXfrm>
    </dsp:sp>
    <dsp:sp modelId="{1318D2F8-E5E3-4566-A6D1-EAEF13C689F7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B0BC42-47B9-48A8-8BA3-3161D98BEEE1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9F546C-12D1-4776-B6F1-9CE4EA2DD572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Supervised Learning – Regression</a:t>
          </a:r>
        </a:p>
      </dsp:txBody>
      <dsp:txXfrm>
        <a:off x="2888560" y="2703902"/>
        <a:ext cx="2418750" cy="720000"/>
      </dsp:txXfrm>
    </dsp:sp>
    <dsp:sp modelId="{9D70ABEE-E293-4923-B3F5-8E8065F2B08B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C99963-BCD7-4E27-89C6-6E39CB8688BC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C00C1A-A0A0-4B1A-BF55-9DA59F544384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Real estate price prediction</a:t>
          </a:r>
        </a:p>
      </dsp:txBody>
      <dsp:txXfrm>
        <a:off x="5730591" y="2703902"/>
        <a:ext cx="24187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08D3E7-18A3-476A-A695-27BA3B1922EF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75BE05-7566-4E66-968C-985340E6F20D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~2,900 records</a:t>
          </a:r>
        </a:p>
      </dsp:txBody>
      <dsp:txXfrm>
        <a:off x="298991" y="1277365"/>
        <a:ext cx="2219346" cy="1377989"/>
      </dsp:txXfrm>
    </dsp:sp>
    <dsp:sp modelId="{70958B83-5EF6-4D3B-BE1E-FA6B972E4A35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82D8CD-56D3-4CBF-AFBC-C1BAE4DE26C2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Numerical &amp; categorical features</a:t>
          </a:r>
        </a:p>
      </dsp:txBody>
      <dsp:txXfrm>
        <a:off x="3116322" y="1277365"/>
        <a:ext cx="2219346" cy="1377989"/>
      </dsp:txXfrm>
    </dsp:sp>
    <dsp:sp modelId="{00BDC227-50D9-46D1-AFBB-C65FAB970334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F4E10F-59E7-401A-AE21-2BE760D71F3B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Structural &amp; zoning attributes</a:t>
          </a:r>
        </a:p>
      </dsp:txBody>
      <dsp:txXfrm>
        <a:off x="5933653" y="1277365"/>
        <a:ext cx="2219346" cy="13779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09D8E3-2CC4-40B1-8570-74E0D661AA82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384028-78E1-4C07-BA46-3E56E4D3D7DC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HouseAge = CurrentYear − YearRemodAdd</a:t>
          </a:r>
        </a:p>
      </dsp:txBody>
      <dsp:txXfrm>
        <a:off x="298991" y="1277365"/>
        <a:ext cx="2219346" cy="1377989"/>
      </dsp:txXfrm>
    </dsp:sp>
    <dsp:sp modelId="{76734075-7F6C-4111-B66F-ECF430BDB35B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ACCF05-6125-495D-BF69-6735C3B3BA7D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Basement Finished Portion</a:t>
          </a:r>
        </a:p>
      </dsp:txBody>
      <dsp:txXfrm>
        <a:off x="3116322" y="1277365"/>
        <a:ext cx="2219346" cy="1377989"/>
      </dsp:txXfrm>
    </dsp:sp>
    <dsp:sp modelId="{3192FD6C-9A01-4CD1-95F3-AC3077C60937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1117F2-5C8E-491A-B34B-80ED57778B83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Dropped original columns</a:t>
          </a:r>
        </a:p>
      </dsp:txBody>
      <dsp:txXfrm>
        <a:off x="5933653" y="1277365"/>
        <a:ext cx="2219346" cy="137798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B1ACBE-B4D2-460C-99AF-F97CCCA395DC}">
      <dsp:nvSpPr>
        <dsp:cNvPr id="0" name=""/>
        <dsp:cNvSpPr/>
      </dsp:nvSpPr>
      <dsp:spPr>
        <a:xfrm>
          <a:off x="950" y="370032"/>
          <a:ext cx="3335112" cy="21177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369770-CA23-44FE-B537-AA4B7CC161F7}">
      <dsp:nvSpPr>
        <dsp:cNvPr id="0" name=""/>
        <dsp:cNvSpPr/>
      </dsp:nvSpPr>
      <dsp:spPr>
        <a:xfrm>
          <a:off x="371518" y="722072"/>
          <a:ext cx="3335112" cy="2117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Mean imputation for basement feature</a:t>
          </a:r>
        </a:p>
      </dsp:txBody>
      <dsp:txXfrm>
        <a:off x="433546" y="784100"/>
        <a:ext cx="3211056" cy="1993740"/>
      </dsp:txXfrm>
    </dsp:sp>
    <dsp:sp modelId="{F6E1590B-C249-4C44-84D6-60111993D9D5}">
      <dsp:nvSpPr>
        <dsp:cNvPr id="0" name=""/>
        <dsp:cNvSpPr/>
      </dsp:nvSpPr>
      <dsp:spPr>
        <a:xfrm>
          <a:off x="4077199" y="370032"/>
          <a:ext cx="3335112" cy="21177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820810-EA36-41B4-9B1B-9DFDE9E94E1F}">
      <dsp:nvSpPr>
        <dsp:cNvPr id="0" name=""/>
        <dsp:cNvSpPr/>
      </dsp:nvSpPr>
      <dsp:spPr>
        <a:xfrm>
          <a:off x="4447767" y="722072"/>
          <a:ext cx="3335112" cy="2117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No missing values in target</a:t>
          </a:r>
        </a:p>
      </dsp:txBody>
      <dsp:txXfrm>
        <a:off x="4509795" y="784100"/>
        <a:ext cx="3211056" cy="19937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9769A3-17F8-45AB-A9F5-86E15B650161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C71411-2833-47E2-935D-23C5AFDC9954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One-Hot Encoding for categorical features</a:t>
          </a:r>
        </a:p>
      </dsp:txBody>
      <dsp:txXfrm>
        <a:off x="456496" y="980400"/>
        <a:ext cx="3381034" cy="2099279"/>
      </dsp:txXfrm>
    </dsp:sp>
    <dsp:sp modelId="{F91B14AE-2737-482D-A1B7-20785B969CA1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BA6188-3B11-40B7-ACA0-F68B12198054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StandardScaler used for SVR</a:t>
          </a:r>
        </a:p>
      </dsp:txBody>
      <dsp:txXfrm>
        <a:off x="4748523" y="980400"/>
        <a:ext cx="3381034" cy="209927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A4B871-0BBD-4130-96F3-009BD583E158}">
      <dsp:nvSpPr>
        <dsp:cNvPr id="0" name=""/>
        <dsp:cNvSpPr/>
      </dsp:nvSpPr>
      <dsp:spPr>
        <a:xfrm>
          <a:off x="376435" y="7647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C11C74-48D2-4770-BBB1-14A1EAC11E7D}">
      <dsp:nvSpPr>
        <dsp:cNvPr id="0" name=""/>
        <dsp:cNvSpPr/>
      </dsp:nvSpPr>
      <dsp:spPr>
        <a:xfrm>
          <a:off x="610435" y="9987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12A7FD-FE4B-40EE-A6B1-1E5593234CA8}">
      <dsp:nvSpPr>
        <dsp:cNvPr id="0" name=""/>
        <dsp:cNvSpPr/>
      </dsp:nvSpPr>
      <dsp:spPr>
        <a:xfrm>
          <a:off x="25435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• Linear Regression</a:t>
          </a:r>
        </a:p>
      </dsp:txBody>
      <dsp:txXfrm>
        <a:off x="25435" y="2204702"/>
        <a:ext cx="1800000" cy="720000"/>
      </dsp:txXfrm>
    </dsp:sp>
    <dsp:sp modelId="{6D0D4748-9289-44A0-9AB0-FF5303A35BD6}">
      <dsp:nvSpPr>
        <dsp:cNvPr id="0" name=""/>
        <dsp:cNvSpPr/>
      </dsp:nvSpPr>
      <dsp:spPr>
        <a:xfrm>
          <a:off x="2491435" y="7647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DEE96D-D14A-4927-9715-C4A40CCB32F3}">
      <dsp:nvSpPr>
        <dsp:cNvPr id="0" name=""/>
        <dsp:cNvSpPr/>
      </dsp:nvSpPr>
      <dsp:spPr>
        <a:xfrm>
          <a:off x="2725435" y="9987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85F88F-5DD1-48B8-911B-1F484D3D7BAA}">
      <dsp:nvSpPr>
        <dsp:cNvPr id="0" name=""/>
        <dsp:cNvSpPr/>
      </dsp:nvSpPr>
      <dsp:spPr>
        <a:xfrm>
          <a:off x="2140435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• SVR</a:t>
          </a:r>
        </a:p>
      </dsp:txBody>
      <dsp:txXfrm>
        <a:off x="2140435" y="2204702"/>
        <a:ext cx="1800000" cy="720000"/>
      </dsp:txXfrm>
    </dsp:sp>
    <dsp:sp modelId="{D7A4CD74-B523-4492-8F83-89DA09F3E8C6}">
      <dsp:nvSpPr>
        <dsp:cNvPr id="0" name=""/>
        <dsp:cNvSpPr/>
      </dsp:nvSpPr>
      <dsp:spPr>
        <a:xfrm>
          <a:off x="4606435" y="7647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72ACBF-1BB1-4F75-848D-2285387EBF6D}">
      <dsp:nvSpPr>
        <dsp:cNvPr id="0" name=""/>
        <dsp:cNvSpPr/>
      </dsp:nvSpPr>
      <dsp:spPr>
        <a:xfrm>
          <a:off x="4840435" y="9987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2D1B37-CEE6-47A3-ACA6-1B6A975E944C}">
      <dsp:nvSpPr>
        <dsp:cNvPr id="0" name=""/>
        <dsp:cNvSpPr/>
      </dsp:nvSpPr>
      <dsp:spPr>
        <a:xfrm>
          <a:off x="4255435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• Random Forest</a:t>
          </a:r>
        </a:p>
      </dsp:txBody>
      <dsp:txXfrm>
        <a:off x="4255435" y="2204702"/>
        <a:ext cx="1800000" cy="720000"/>
      </dsp:txXfrm>
    </dsp:sp>
    <dsp:sp modelId="{9A3EF4D9-2C36-4429-8AC4-D5B7AD6A9471}">
      <dsp:nvSpPr>
        <dsp:cNvPr id="0" name=""/>
        <dsp:cNvSpPr/>
      </dsp:nvSpPr>
      <dsp:spPr>
        <a:xfrm>
          <a:off x="6721435" y="7647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A79F81-4DC7-4D43-B652-EB9D7DF4DAC0}">
      <dsp:nvSpPr>
        <dsp:cNvPr id="0" name=""/>
        <dsp:cNvSpPr/>
      </dsp:nvSpPr>
      <dsp:spPr>
        <a:xfrm>
          <a:off x="6955435" y="9987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76DDC2-4BD0-4BCB-BE4F-F4FEDB5943FC}">
      <dsp:nvSpPr>
        <dsp:cNvPr id="0" name=""/>
        <dsp:cNvSpPr/>
      </dsp:nvSpPr>
      <dsp:spPr>
        <a:xfrm>
          <a:off x="6370435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• CatBoost</a:t>
          </a:r>
        </a:p>
      </dsp:txBody>
      <dsp:txXfrm>
        <a:off x="6370435" y="2204702"/>
        <a:ext cx="180000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DC3028-FA4C-4162-9DF8-9150C06E7B15}">
      <dsp:nvSpPr>
        <dsp:cNvPr id="0" name=""/>
        <dsp:cNvSpPr/>
      </dsp:nvSpPr>
      <dsp:spPr>
        <a:xfrm>
          <a:off x="884935" y="296402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D66658-C741-4024-9F3B-E3890E4622F4}">
      <dsp:nvSpPr>
        <dsp:cNvPr id="0" name=""/>
        <dsp:cNvSpPr/>
      </dsp:nvSpPr>
      <dsp:spPr>
        <a:xfrm>
          <a:off x="1352935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B86AB3-0035-4491-9F20-5E75F817CC75}">
      <dsp:nvSpPr>
        <dsp:cNvPr id="0" name=""/>
        <dsp:cNvSpPr/>
      </dsp:nvSpPr>
      <dsp:spPr>
        <a:xfrm>
          <a:off x="18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• Data quality more important than model complexity</a:t>
          </a:r>
        </a:p>
      </dsp:txBody>
      <dsp:txXfrm>
        <a:off x="182935" y="3176402"/>
        <a:ext cx="3600000" cy="720000"/>
      </dsp:txXfrm>
    </dsp:sp>
    <dsp:sp modelId="{68BFBA0E-15E4-4816-9466-B4DFFD3E163F}">
      <dsp:nvSpPr>
        <dsp:cNvPr id="0" name=""/>
        <dsp:cNvSpPr/>
      </dsp:nvSpPr>
      <dsp:spPr>
        <a:xfrm>
          <a:off x="5114935" y="296402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C5635C-F990-4C44-A18A-56DB7A203C4D}">
      <dsp:nvSpPr>
        <dsp:cNvPr id="0" name=""/>
        <dsp:cNvSpPr/>
      </dsp:nvSpPr>
      <dsp:spPr>
        <a:xfrm>
          <a:off x="5582935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86835C-5D2E-400F-B45C-B0286F1520DD}">
      <dsp:nvSpPr>
        <dsp:cNvPr id="0" name=""/>
        <dsp:cNvSpPr/>
      </dsp:nvSpPr>
      <dsp:spPr>
        <a:xfrm>
          <a:off x="441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• RF provides best balance</a:t>
          </a:r>
        </a:p>
      </dsp:txBody>
      <dsp:txXfrm>
        <a:off x="4412935" y="3176402"/>
        <a:ext cx="360000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7E570B-D4A8-4032-A1CB-AC69FB14768A}">
      <dsp:nvSpPr>
        <dsp:cNvPr id="0" name=""/>
        <dsp:cNvSpPr/>
      </dsp:nvSpPr>
      <dsp:spPr>
        <a:xfrm>
          <a:off x="1000" y="1511126"/>
          <a:ext cx="2341105" cy="117055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Add neighborhood &amp; living area data</a:t>
          </a:r>
        </a:p>
      </dsp:txBody>
      <dsp:txXfrm>
        <a:off x="35284" y="1545410"/>
        <a:ext cx="2272537" cy="1101984"/>
      </dsp:txXfrm>
    </dsp:sp>
    <dsp:sp modelId="{44635C87-E82B-4DC3-940C-7BF4B7941B73}">
      <dsp:nvSpPr>
        <dsp:cNvPr id="0" name=""/>
        <dsp:cNvSpPr/>
      </dsp:nvSpPr>
      <dsp:spPr>
        <a:xfrm>
          <a:off x="2927382" y="1511126"/>
          <a:ext cx="2341105" cy="1170552"/>
        </a:xfrm>
        <a:prstGeom prst="roundRect">
          <a:avLst>
            <a:gd name="adj" fmla="val 10000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Try XGBoost</a:t>
          </a:r>
        </a:p>
      </dsp:txBody>
      <dsp:txXfrm>
        <a:off x="2961666" y="1545410"/>
        <a:ext cx="2272537" cy="1101984"/>
      </dsp:txXfrm>
    </dsp:sp>
    <dsp:sp modelId="{0C81FFF6-FB09-4247-BEDE-FD79DAB0F14E}">
      <dsp:nvSpPr>
        <dsp:cNvPr id="0" name=""/>
        <dsp:cNvSpPr/>
      </dsp:nvSpPr>
      <dsp:spPr>
        <a:xfrm>
          <a:off x="5853764" y="1511126"/>
          <a:ext cx="2341105" cy="1170552"/>
        </a:xfrm>
        <a:prstGeom prst="roundRect">
          <a:avLst>
            <a:gd name="adj" fmla="val 1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Deploy as web app</a:t>
          </a:r>
        </a:p>
      </dsp:txBody>
      <dsp:txXfrm>
        <a:off x="5888048" y="1545410"/>
        <a:ext cx="2272537" cy="11019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4900" b="1"/>
              <a:t>Housing Price Prediction Using Machine Learning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1417474F-602C-B17C-BA27-325AF23FED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0848530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 b="1"/>
              <a:t>Project Overview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429B80-8FB4-EE7F-696F-AE0F2146DB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6910326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</a:rPr>
              <a:t>Problem Identification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C4A8191-5605-F147-C95E-383F01AE4D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576148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</a:rPr>
              <a:t>Dataset Description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05F52BD-088D-6BB4-5284-BE4AA93946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388548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</a:rPr>
              <a:t>Feature Engineering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87ED05-431F-27F3-0C3A-BC2949AF3B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211898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 b="1"/>
              <a:t>Handling Missing Values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BBD2670E-F5E8-CC0A-66FC-A75FB63C46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2883727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</a:rPr>
              <a:t>Encoding &amp; Scaling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221BF0-2D22-5C11-AD06-339A717589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336808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1022CA72-2A63-428F-B586-37BA5AB6D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011" y="4495568"/>
            <a:ext cx="2896470" cy="1905232"/>
          </a:xfrm>
        </p:spPr>
        <p:txBody>
          <a:bodyPr anchor="ctr">
            <a:normAutofit/>
          </a:bodyPr>
          <a:lstStyle/>
          <a:p>
            <a:r>
              <a:rPr lang="en-US" sz="2800" b="1"/>
              <a:t>Exploratory Data Analysis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-1"/>
            <a:ext cx="8423809" cy="41314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AB3DF7-0DDE-50CB-91D2-936EFEB81F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7" r="12553" b="-3"/>
          <a:stretch>
            <a:fillRect/>
          </a:stretch>
        </p:blipFill>
        <p:spPr>
          <a:xfrm>
            <a:off x="628650" y="894902"/>
            <a:ext cx="3852596" cy="23649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159EBD-2D6F-A677-D84A-13A12E569D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30" r="17122" b="-3"/>
          <a:stretch>
            <a:fillRect/>
          </a:stretch>
        </p:blipFill>
        <p:spPr>
          <a:xfrm>
            <a:off x="4722948" y="894911"/>
            <a:ext cx="3852596" cy="2364923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54287" y="5465924"/>
            <a:ext cx="1790365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039" y="4495568"/>
            <a:ext cx="4940186" cy="190523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/>
              <a:t>• Right-skewed SalePrice distribution</a:t>
            </a:r>
          </a:p>
          <a:p>
            <a:pPr marL="0" indent="0">
              <a:buNone/>
            </a:pPr>
            <a:r>
              <a:rPr lang="en-US" sz="1600"/>
              <a:t>• Weak linear correlations</a:t>
            </a:r>
          </a:p>
          <a:p>
            <a:pPr marL="0" indent="0">
              <a:buNone/>
            </a:pPr>
            <a:r>
              <a:rPr lang="en-US" sz="1600"/>
              <a:t>• Presence of outliers</a:t>
            </a:r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</a:rPr>
              <a:t>Models Implemented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34295A-8923-DFF1-434C-8EC1045CFB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900838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7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Random Forest Performance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D76D916-B4B9-B1EF-3298-EBEAD06480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0666"/>
          <a:stretch>
            <a:fillRect/>
          </a:stretch>
        </p:blipFill>
        <p:spPr>
          <a:xfrm>
            <a:off x="3376821" y="1396774"/>
            <a:ext cx="5419311" cy="40644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720771-8857-4EED-F486-0CE93AFF6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EE63DE-47FE-69E9-1FF1-1FC06C884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7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Random Forest Performance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229120-4768-484B-1EB8-06913637C0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766" r="18900"/>
          <a:stretch>
            <a:fillRect/>
          </a:stretch>
        </p:blipFill>
        <p:spPr>
          <a:xfrm>
            <a:off x="3376821" y="1396775"/>
            <a:ext cx="5419311" cy="406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606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0" name="Freeform: Shape 39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41754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1" name="Freeform: Shape 40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34896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320" y="1161288"/>
            <a:ext cx="2578608" cy="1239012"/>
          </a:xfrm>
        </p:spPr>
        <p:txBody>
          <a:bodyPr anchor="ctr">
            <a:normAutofit/>
          </a:bodyPr>
          <a:lstStyle/>
          <a:p>
            <a:r>
              <a:rPr lang="en-US" sz="2400" b="1"/>
              <a:t>Model Comparison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919" y="2443480"/>
            <a:ext cx="25374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320" y="2718054"/>
            <a:ext cx="2579180" cy="3207258"/>
          </a:xfrm>
        </p:spPr>
        <p:txBody>
          <a:bodyPr anchor="t">
            <a:normAutofit/>
          </a:bodyPr>
          <a:lstStyle/>
          <a:p>
            <a:r>
              <a:rPr lang="en-US" sz="1500"/>
              <a:t>Random Forest outperformed all other models</a:t>
            </a:r>
          </a:p>
          <a:p>
            <a:endParaRPr lang="en-US" sz="15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88D414-157E-C4AF-D04E-82A1F16F6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229480"/>
              </p:ext>
            </p:extLst>
          </p:nvPr>
        </p:nvGraphicFramePr>
        <p:xfrm>
          <a:off x="3675888" y="1568358"/>
          <a:ext cx="5191508" cy="3821868"/>
        </p:xfrm>
        <a:graphic>
          <a:graphicData uri="http://schemas.openxmlformats.org/drawingml/2006/table">
            <a:tbl>
              <a:tblPr/>
              <a:tblGrid>
                <a:gridCol w="1737924">
                  <a:extLst>
                    <a:ext uri="{9D8B030D-6E8A-4147-A177-3AD203B41FA5}">
                      <a16:colId xmlns:a16="http://schemas.microsoft.com/office/drawing/2014/main" val="3234718627"/>
                    </a:ext>
                  </a:extLst>
                </a:gridCol>
                <a:gridCol w="1053406">
                  <a:extLst>
                    <a:ext uri="{9D8B030D-6E8A-4147-A177-3AD203B41FA5}">
                      <a16:colId xmlns:a16="http://schemas.microsoft.com/office/drawing/2014/main" val="1957261435"/>
                    </a:ext>
                  </a:extLst>
                </a:gridCol>
                <a:gridCol w="1113584">
                  <a:extLst>
                    <a:ext uri="{9D8B030D-6E8A-4147-A177-3AD203B41FA5}">
                      <a16:colId xmlns:a16="http://schemas.microsoft.com/office/drawing/2014/main" val="1396762097"/>
                    </a:ext>
                  </a:extLst>
                </a:gridCol>
                <a:gridCol w="1286594">
                  <a:extLst>
                    <a:ext uri="{9D8B030D-6E8A-4147-A177-3AD203B41FA5}">
                      <a16:colId xmlns:a16="http://schemas.microsoft.com/office/drawing/2014/main" val="161056105"/>
                    </a:ext>
                  </a:extLst>
                </a:gridCol>
              </a:tblGrid>
              <a:tr h="474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Model</a:t>
                      </a:r>
                    </a:p>
                  </a:txBody>
                  <a:tcPr marL="106213" marR="106213" marT="53107" marB="53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R²</a:t>
                      </a:r>
                    </a:p>
                  </a:txBody>
                  <a:tcPr marL="106213" marR="106213" marT="53107" marB="53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MAE</a:t>
                      </a:r>
                    </a:p>
                  </a:txBody>
                  <a:tcPr marL="106213" marR="106213" marT="53107" marB="53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MAPE</a:t>
                      </a:r>
                    </a:p>
                  </a:txBody>
                  <a:tcPr marL="106213" marR="106213" marT="53107" marB="53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1275579"/>
                  </a:ext>
                </a:extLst>
              </a:tr>
              <a:tr h="799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Linear Regression</a:t>
                      </a:r>
                    </a:p>
                  </a:txBody>
                  <a:tcPr marL="106213" marR="106213" marT="53107" marB="53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—</a:t>
                      </a:r>
                    </a:p>
                  </a:txBody>
                  <a:tcPr marL="106213" marR="106213" marT="53107" marB="53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—</a:t>
                      </a:r>
                    </a:p>
                  </a:txBody>
                  <a:tcPr marL="106213" marR="106213" marT="53107" marB="53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20.13%</a:t>
                      </a:r>
                    </a:p>
                  </a:txBody>
                  <a:tcPr marL="106213" marR="106213" marT="53107" marB="53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348531"/>
                  </a:ext>
                </a:extLst>
              </a:tr>
              <a:tr h="474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SVR</a:t>
                      </a:r>
                    </a:p>
                  </a:txBody>
                  <a:tcPr marL="106213" marR="106213" marT="53107" marB="53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~0.00</a:t>
                      </a:r>
                    </a:p>
                  </a:txBody>
                  <a:tcPr marL="106213" marR="106213" marT="53107" marB="53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~$28k</a:t>
                      </a:r>
                    </a:p>
                  </a:txBody>
                  <a:tcPr marL="106213" marR="106213" marT="53107" marB="53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~18%</a:t>
                      </a:r>
                    </a:p>
                  </a:txBody>
                  <a:tcPr marL="106213" marR="106213" marT="53107" marB="53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509875"/>
                  </a:ext>
                </a:extLst>
              </a:tr>
              <a:tr h="799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Random Forest</a:t>
                      </a:r>
                    </a:p>
                  </a:txBody>
                  <a:tcPr marL="106213" marR="106213" marT="53107" marB="53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~0.30</a:t>
                      </a:r>
                    </a:p>
                  </a:txBody>
                  <a:tcPr marL="106213" marR="106213" marT="53107" marB="53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~$33k</a:t>
                      </a:r>
                    </a:p>
                  </a:txBody>
                  <a:tcPr marL="106213" marR="106213" marT="53107" marB="53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~20%</a:t>
                      </a:r>
                    </a:p>
                  </a:txBody>
                  <a:tcPr marL="106213" marR="106213" marT="53107" marB="53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848416"/>
                  </a:ext>
                </a:extLst>
              </a:tr>
              <a:tr h="799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RF (Log Target)</a:t>
                      </a:r>
                    </a:p>
                  </a:txBody>
                  <a:tcPr marL="106213" marR="106213" marT="53107" marB="53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~0.26</a:t>
                      </a:r>
                    </a:p>
                  </a:txBody>
                  <a:tcPr marL="106213" marR="106213" marT="53107" marB="53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~$33k</a:t>
                      </a:r>
                    </a:p>
                  </a:txBody>
                  <a:tcPr marL="106213" marR="106213" marT="53107" marB="53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~20%</a:t>
                      </a:r>
                    </a:p>
                  </a:txBody>
                  <a:tcPr marL="106213" marR="106213" marT="53107" marB="53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8733550"/>
                  </a:ext>
                </a:extLst>
              </a:tr>
              <a:tr h="474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CatBoost</a:t>
                      </a:r>
                    </a:p>
                  </a:txBody>
                  <a:tcPr marL="106213" marR="106213" marT="53107" marB="53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~0.23</a:t>
                      </a:r>
                    </a:p>
                  </a:txBody>
                  <a:tcPr marL="106213" marR="106213" marT="53107" marB="53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~$35k</a:t>
                      </a:r>
                    </a:p>
                  </a:txBody>
                  <a:tcPr marL="106213" marR="106213" marT="53107" marB="53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~22%</a:t>
                      </a:r>
                    </a:p>
                  </a:txBody>
                  <a:tcPr marL="106213" marR="106213" marT="53107" marB="53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7112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9D1C76-39A1-2434-CB43-34BE2F2235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108226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</a:rPr>
              <a:t>Future Work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19867178-F0D6-1F67-9E87-576869EC25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875047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253</Words>
  <Application>Microsoft Office PowerPoint</Application>
  <PresentationFormat>On-screen Show (4:3)</PresentationFormat>
  <Paragraphs>73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Housing Price Prediction Using Machine Learning</vt:lpstr>
      <vt:lpstr>Project Overview</vt:lpstr>
      <vt:lpstr>Problem Identification</vt:lpstr>
      <vt:lpstr>Dataset Description</vt:lpstr>
      <vt:lpstr>Feature Engineering</vt:lpstr>
      <vt:lpstr>Handling Missing Values</vt:lpstr>
      <vt:lpstr>Encoding &amp; Scaling</vt:lpstr>
      <vt:lpstr>Exploratory Data Analysis</vt:lpstr>
      <vt:lpstr>Models Implemented</vt:lpstr>
      <vt:lpstr>Random Forest Performance</vt:lpstr>
      <vt:lpstr>Random Forest Performance</vt:lpstr>
      <vt:lpstr>Model Comparison</vt:lpstr>
      <vt:lpstr>Conclusion</vt:lpstr>
      <vt:lpstr>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Neelam Pandey</cp:lastModifiedBy>
  <cp:revision>73</cp:revision>
  <dcterms:created xsi:type="dcterms:W3CDTF">2013-01-27T09:14:16Z</dcterms:created>
  <dcterms:modified xsi:type="dcterms:W3CDTF">2026-01-08T00:35:12Z</dcterms:modified>
  <cp:category/>
</cp:coreProperties>
</file>